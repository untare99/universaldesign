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2EF5A8-C889-4369-B180-A5516F162FCC}" v="1724" dt="2022-05-05T03:03:13.0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相澤　千裕" userId="efeaa7c4-279a-4590-a1f0-dbd373d13878" providerId="ADAL" clId="{2FB3991D-5276-F741-B202-E0E3B055F187}"/>
    <pc:docChg chg="undo custSel modSld">
      <pc:chgData name="相澤　千裕" userId="efeaa7c4-279a-4590-a1f0-dbd373d13878" providerId="ADAL" clId="{2FB3991D-5276-F741-B202-E0E3B055F187}" dt="2022-05-04T15:02:37.538" v="245" actId="1076"/>
      <pc:docMkLst>
        <pc:docMk/>
      </pc:docMkLst>
      <pc:sldChg chg="addSp modSp">
        <pc:chgData name="相澤　千裕" userId="efeaa7c4-279a-4590-a1f0-dbd373d13878" providerId="ADAL" clId="{2FB3991D-5276-F741-B202-E0E3B055F187}" dt="2022-05-04T14:53:58.882" v="10" actId="14100"/>
        <pc:sldMkLst>
          <pc:docMk/>
          <pc:sldMk cId="1114077563" sldId="260"/>
        </pc:sldMkLst>
        <pc:picChg chg="add mod">
          <ac:chgData name="相澤　千裕" userId="efeaa7c4-279a-4590-a1f0-dbd373d13878" providerId="ADAL" clId="{2FB3991D-5276-F741-B202-E0E3B055F187}" dt="2022-05-04T14:53:34.062" v="3" actId="1076"/>
          <ac:picMkLst>
            <pc:docMk/>
            <pc:sldMk cId="1114077563" sldId="260"/>
            <ac:picMk id="4" creationId="{ED3D8062-B421-09D4-F5A3-691A52C4BE25}"/>
          </ac:picMkLst>
        </pc:picChg>
        <pc:picChg chg="add mod">
          <ac:chgData name="相澤　千裕" userId="efeaa7c4-279a-4590-a1f0-dbd373d13878" providerId="ADAL" clId="{2FB3991D-5276-F741-B202-E0E3B055F187}" dt="2022-05-04T14:53:58.882" v="10" actId="14100"/>
          <ac:picMkLst>
            <pc:docMk/>
            <pc:sldMk cId="1114077563" sldId="260"/>
            <ac:picMk id="5" creationId="{E41F3631-7CB1-11CF-0B10-538D00C9D165}"/>
          </ac:picMkLst>
        </pc:picChg>
      </pc:sldChg>
      <pc:sldChg chg="addSp modSp">
        <pc:chgData name="相澤　千裕" userId="efeaa7c4-279a-4590-a1f0-dbd373d13878" providerId="ADAL" clId="{2FB3991D-5276-F741-B202-E0E3B055F187}" dt="2022-05-04T14:55:48.885" v="50" actId="14100"/>
        <pc:sldMkLst>
          <pc:docMk/>
          <pc:sldMk cId="3834653680" sldId="261"/>
        </pc:sldMkLst>
        <pc:spChg chg="mod">
          <ac:chgData name="相澤　千裕" userId="efeaa7c4-279a-4590-a1f0-dbd373d13878" providerId="ADAL" clId="{2FB3991D-5276-F741-B202-E0E3B055F187}" dt="2022-05-04T14:54:32.188" v="45" actId="20577"/>
          <ac:spMkLst>
            <pc:docMk/>
            <pc:sldMk cId="3834653680" sldId="261"/>
            <ac:spMk id="3" creationId="{50CA961E-1D50-2F94-B779-935F49C9BC0D}"/>
          </ac:spMkLst>
        </pc:spChg>
        <pc:picChg chg="add mod">
          <ac:chgData name="相澤　千裕" userId="efeaa7c4-279a-4590-a1f0-dbd373d13878" providerId="ADAL" clId="{2FB3991D-5276-F741-B202-E0E3B055F187}" dt="2022-05-04T14:55:48.885" v="50" actId="14100"/>
          <ac:picMkLst>
            <pc:docMk/>
            <pc:sldMk cId="3834653680" sldId="261"/>
            <ac:picMk id="5" creationId="{6EDD9D9B-2A25-CF84-35EB-FDE1266A318C}"/>
          </ac:picMkLst>
        </pc:picChg>
      </pc:sldChg>
      <pc:sldChg chg="addSp modSp">
        <pc:chgData name="相澤　千裕" userId="efeaa7c4-279a-4590-a1f0-dbd373d13878" providerId="ADAL" clId="{2FB3991D-5276-F741-B202-E0E3B055F187}" dt="2022-05-04T14:57:02.756" v="54" actId="1076"/>
        <pc:sldMkLst>
          <pc:docMk/>
          <pc:sldMk cId="2700335724" sldId="263"/>
        </pc:sldMkLst>
        <pc:picChg chg="add mod">
          <ac:chgData name="相澤　千裕" userId="efeaa7c4-279a-4590-a1f0-dbd373d13878" providerId="ADAL" clId="{2FB3991D-5276-F741-B202-E0E3B055F187}" dt="2022-05-04T14:57:02.756" v="54" actId="1076"/>
          <ac:picMkLst>
            <pc:docMk/>
            <pc:sldMk cId="2700335724" sldId="263"/>
            <ac:picMk id="4" creationId="{C7213B35-6ACD-0962-011E-FF68B21EBBFB}"/>
          </ac:picMkLst>
        </pc:picChg>
      </pc:sldChg>
      <pc:sldChg chg="addSp modSp">
        <pc:chgData name="相澤　千裕" userId="efeaa7c4-279a-4590-a1f0-dbd373d13878" providerId="ADAL" clId="{2FB3991D-5276-F741-B202-E0E3B055F187}" dt="2022-05-04T15:02:37.538" v="245" actId="1076"/>
        <pc:sldMkLst>
          <pc:docMk/>
          <pc:sldMk cId="656521776" sldId="265"/>
        </pc:sldMkLst>
        <pc:spChg chg="add mod">
          <ac:chgData name="相澤　千裕" userId="efeaa7c4-279a-4590-a1f0-dbd373d13878" providerId="ADAL" clId="{2FB3991D-5276-F741-B202-E0E3B055F187}" dt="2022-05-04T15:00:07.890" v="134" actId="1076"/>
          <ac:spMkLst>
            <pc:docMk/>
            <pc:sldMk cId="656521776" sldId="265"/>
            <ac:spMk id="7" creationId="{1EDD2DB9-041F-2693-1FCC-49B627875479}"/>
          </ac:spMkLst>
        </pc:spChg>
        <pc:spChg chg="add mod">
          <ac:chgData name="相澤　千裕" userId="efeaa7c4-279a-4590-a1f0-dbd373d13878" providerId="ADAL" clId="{2FB3991D-5276-F741-B202-E0E3B055F187}" dt="2022-05-04T15:02:37.538" v="245" actId="1076"/>
          <ac:spMkLst>
            <pc:docMk/>
            <pc:sldMk cId="656521776" sldId="265"/>
            <ac:spMk id="8" creationId="{D2352027-4197-2327-945E-1F708EA9A32D}"/>
          </ac:spMkLst>
        </pc:spChg>
        <pc:picChg chg="mod">
          <ac:chgData name="相澤　千裕" userId="efeaa7c4-279a-4590-a1f0-dbd373d13878" providerId="ADAL" clId="{2FB3991D-5276-F741-B202-E0E3B055F187}" dt="2022-05-04T14:58:10.357" v="61" actId="1076"/>
          <ac:picMkLst>
            <pc:docMk/>
            <pc:sldMk cId="656521776" sldId="265"/>
            <ac:picMk id="5" creationId="{66D91264-8A4B-C0D6-59B2-FFE3B562312D}"/>
          </ac:picMkLst>
        </pc:picChg>
        <pc:picChg chg="add mod">
          <ac:chgData name="相澤　千裕" userId="efeaa7c4-279a-4590-a1f0-dbd373d13878" providerId="ADAL" clId="{2FB3991D-5276-F741-B202-E0E3B055F187}" dt="2022-05-04T14:58:16.278" v="62" actId="1076"/>
          <ac:picMkLst>
            <pc:docMk/>
            <pc:sldMk cId="656521776" sldId="265"/>
            <ac:picMk id="6" creationId="{054C0F1B-DE58-8CCB-3CA2-166362E28AD8}"/>
          </ac:picMkLst>
        </pc:picChg>
      </pc:sldChg>
    </pc:docChg>
  </pc:docChgLst>
  <pc:docChgLst>
    <pc:chgData name="相澤　千裕" userId="S::iic22001ac@ct.musabi.ac.jp::efeaa7c4-279a-4590-a1f0-dbd373d13878" providerId="AD" clId="Web-{212EF5A8-C889-4369-B180-A5516F162FCC}"/>
    <pc:docChg chg="modSld">
      <pc:chgData name="相澤　千裕" userId="S::iic22001ac@ct.musabi.ac.jp::efeaa7c4-279a-4590-a1f0-dbd373d13878" providerId="AD" clId="Web-{212EF5A8-C889-4369-B180-A5516F162FCC}" dt="2022-05-05T03:03:13.035" v="1252" actId="20577"/>
      <pc:docMkLst>
        <pc:docMk/>
      </pc:docMkLst>
      <pc:sldChg chg="modSp">
        <pc:chgData name="相澤　千裕" userId="S::iic22001ac@ct.musabi.ac.jp::efeaa7c4-279a-4590-a1f0-dbd373d13878" providerId="AD" clId="Web-{212EF5A8-C889-4369-B180-A5516F162FCC}" dt="2022-05-05T02:26:58.049" v="197" actId="1076"/>
        <pc:sldMkLst>
          <pc:docMk/>
          <pc:sldMk cId="2845730465" sldId="257"/>
        </pc:sldMkLst>
        <pc:picChg chg="mod">
          <ac:chgData name="相澤　千裕" userId="S::iic22001ac@ct.musabi.ac.jp::efeaa7c4-279a-4590-a1f0-dbd373d13878" providerId="AD" clId="Web-{212EF5A8-C889-4369-B180-A5516F162FCC}" dt="2022-05-05T02:26:52.362" v="195" actId="14100"/>
          <ac:picMkLst>
            <pc:docMk/>
            <pc:sldMk cId="2845730465" sldId="257"/>
            <ac:picMk id="4" creationId="{66261990-FB83-E83B-7241-5EE280B729C2}"/>
          </ac:picMkLst>
        </pc:picChg>
        <pc:picChg chg="mod">
          <ac:chgData name="相澤　千裕" userId="S::iic22001ac@ct.musabi.ac.jp::efeaa7c4-279a-4590-a1f0-dbd373d13878" providerId="AD" clId="Web-{212EF5A8-C889-4369-B180-A5516F162FCC}" dt="2022-05-05T02:26:58.049" v="197" actId="1076"/>
          <ac:picMkLst>
            <pc:docMk/>
            <pc:sldMk cId="2845730465" sldId="257"/>
            <ac:picMk id="5" creationId="{CB11B445-3BC0-E773-7258-F3A6A0EE628C}"/>
          </ac:picMkLst>
        </pc:picChg>
        <pc:picChg chg="mod">
          <ac:chgData name="相澤　千裕" userId="S::iic22001ac@ct.musabi.ac.jp::efeaa7c4-279a-4590-a1f0-dbd373d13878" providerId="AD" clId="Web-{212EF5A8-C889-4369-B180-A5516F162FCC}" dt="2022-05-05T02:26:43.143" v="192" actId="14100"/>
          <ac:picMkLst>
            <pc:docMk/>
            <pc:sldMk cId="2845730465" sldId="257"/>
            <ac:picMk id="6" creationId="{F663F3D3-A54C-8579-8BD7-C1EB7BCA521E}"/>
          </ac:picMkLst>
        </pc:picChg>
      </pc:sldChg>
      <pc:sldChg chg="addSp delSp modSp">
        <pc:chgData name="相澤　千裕" userId="S::iic22001ac@ct.musabi.ac.jp::efeaa7c4-279a-4590-a1f0-dbd373d13878" providerId="AD" clId="Web-{212EF5A8-C889-4369-B180-A5516F162FCC}" dt="2022-05-05T02:50:20.738" v="697" actId="1076"/>
        <pc:sldMkLst>
          <pc:docMk/>
          <pc:sldMk cId="854130076" sldId="259"/>
        </pc:sldMkLst>
        <pc:spChg chg="del">
          <ac:chgData name="相澤　千裕" userId="S::iic22001ac@ct.musabi.ac.jp::efeaa7c4-279a-4590-a1f0-dbd373d13878" providerId="AD" clId="Web-{212EF5A8-C889-4369-B180-A5516F162FCC}" dt="2022-05-05T02:42:42.760" v="640"/>
          <ac:spMkLst>
            <pc:docMk/>
            <pc:sldMk cId="854130076" sldId="259"/>
            <ac:spMk id="2" creationId="{D0900848-6F13-D72D-7FBD-AC30CE202D8E}"/>
          </ac:spMkLst>
        </pc:spChg>
        <pc:spChg chg="mod">
          <ac:chgData name="相澤　千裕" userId="S::iic22001ac@ct.musabi.ac.jp::efeaa7c4-279a-4590-a1f0-dbd373d13878" providerId="AD" clId="Web-{212EF5A8-C889-4369-B180-A5516F162FCC}" dt="2022-05-05T02:42:57.166" v="642" actId="1076"/>
          <ac:spMkLst>
            <pc:docMk/>
            <pc:sldMk cId="854130076" sldId="259"/>
            <ac:spMk id="3" creationId="{F8AE7CE6-080F-35F6-5695-373B80098E6F}"/>
          </ac:spMkLst>
        </pc:spChg>
        <pc:spChg chg="add del mod">
          <ac:chgData name="相澤　千裕" userId="S::iic22001ac@ct.musabi.ac.jp::efeaa7c4-279a-4590-a1f0-dbd373d13878" providerId="AD" clId="Web-{212EF5A8-C889-4369-B180-A5516F162FCC}" dt="2022-05-05T02:47:29.172" v="652"/>
          <ac:spMkLst>
            <pc:docMk/>
            <pc:sldMk cId="854130076" sldId="259"/>
            <ac:spMk id="5" creationId="{4C6B6805-31D4-C0FB-6700-1B44864A8441}"/>
          </ac:spMkLst>
        </pc:spChg>
        <pc:spChg chg="add mod">
          <ac:chgData name="相澤　千裕" userId="S::iic22001ac@ct.musabi.ac.jp::efeaa7c4-279a-4590-a1f0-dbd373d13878" providerId="AD" clId="Web-{212EF5A8-C889-4369-B180-A5516F162FCC}" dt="2022-05-05T02:48:26.564" v="666" actId="14100"/>
          <ac:spMkLst>
            <pc:docMk/>
            <pc:sldMk cId="854130076" sldId="259"/>
            <ac:spMk id="7" creationId="{3C424344-6652-8291-0404-5124E23F3FB0}"/>
          </ac:spMkLst>
        </pc:spChg>
        <pc:spChg chg="add del mod">
          <ac:chgData name="相澤　千裕" userId="S::iic22001ac@ct.musabi.ac.jp::efeaa7c4-279a-4590-a1f0-dbd373d13878" providerId="AD" clId="Web-{212EF5A8-C889-4369-B180-A5516F162FCC}" dt="2022-05-05T02:48:50.267" v="670"/>
          <ac:spMkLst>
            <pc:docMk/>
            <pc:sldMk cId="854130076" sldId="259"/>
            <ac:spMk id="8" creationId="{A62EBCE3-9649-60E9-25CD-F229217D5C86}"/>
          </ac:spMkLst>
        </pc:spChg>
        <pc:spChg chg="add mod">
          <ac:chgData name="相澤　千裕" userId="S::iic22001ac@ct.musabi.ac.jp::efeaa7c4-279a-4590-a1f0-dbd373d13878" providerId="AD" clId="Web-{212EF5A8-C889-4369-B180-A5516F162FCC}" dt="2022-05-05T02:49:38.346" v="680" actId="1076"/>
          <ac:spMkLst>
            <pc:docMk/>
            <pc:sldMk cId="854130076" sldId="259"/>
            <ac:spMk id="9" creationId="{17335F50-D785-0C4E-90AC-3E0C32A4FED9}"/>
          </ac:spMkLst>
        </pc:spChg>
        <pc:spChg chg="add mod">
          <ac:chgData name="相澤　千裕" userId="S::iic22001ac@ct.musabi.ac.jp::efeaa7c4-279a-4590-a1f0-dbd373d13878" providerId="AD" clId="Web-{212EF5A8-C889-4369-B180-A5516F162FCC}" dt="2022-05-05T02:49:59.159" v="683" actId="1076"/>
          <ac:spMkLst>
            <pc:docMk/>
            <pc:sldMk cId="854130076" sldId="259"/>
            <ac:spMk id="10" creationId="{9B7FC213-003C-2321-7B04-4A6728F6CEBB}"/>
          </ac:spMkLst>
        </pc:spChg>
        <pc:spChg chg="add mod">
          <ac:chgData name="相澤　千裕" userId="S::iic22001ac@ct.musabi.ac.jp::efeaa7c4-279a-4590-a1f0-dbd373d13878" providerId="AD" clId="Web-{212EF5A8-C889-4369-B180-A5516F162FCC}" dt="2022-05-05T02:50:20.738" v="697" actId="1076"/>
          <ac:spMkLst>
            <pc:docMk/>
            <pc:sldMk cId="854130076" sldId="259"/>
            <ac:spMk id="11" creationId="{DA26CE94-9441-5877-7BA9-470EF805B87B}"/>
          </ac:spMkLst>
        </pc:spChg>
        <pc:picChg chg="add mod">
          <ac:chgData name="相澤　千裕" userId="S::iic22001ac@ct.musabi.ac.jp::efeaa7c4-279a-4590-a1f0-dbd373d13878" providerId="AD" clId="Web-{212EF5A8-C889-4369-B180-A5516F162FCC}" dt="2022-05-05T02:46:55.202" v="648" actId="14100"/>
          <ac:picMkLst>
            <pc:docMk/>
            <pc:sldMk cId="854130076" sldId="259"/>
            <ac:picMk id="4" creationId="{FEF7A81C-4A64-D35E-251C-CD867BE0C91F}"/>
          </ac:picMkLst>
        </pc:picChg>
        <pc:cxnChg chg="add del mod">
          <ac:chgData name="相澤　千裕" userId="S::iic22001ac@ct.musabi.ac.jp::efeaa7c4-279a-4590-a1f0-dbd373d13878" providerId="AD" clId="Web-{212EF5A8-C889-4369-B180-A5516F162FCC}" dt="2022-05-05T02:47:47.610" v="657"/>
          <ac:cxnSpMkLst>
            <pc:docMk/>
            <pc:sldMk cId="854130076" sldId="259"/>
            <ac:cxnSpMk id="6" creationId="{38F02EB3-D51D-0884-8E58-8EF1727695EB}"/>
          </ac:cxnSpMkLst>
        </pc:cxnChg>
      </pc:sldChg>
      <pc:sldChg chg="modSp">
        <pc:chgData name="相澤　千裕" userId="S::iic22001ac@ct.musabi.ac.jp::efeaa7c4-279a-4590-a1f0-dbd373d13878" providerId="AD" clId="Web-{212EF5A8-C889-4369-B180-A5516F162FCC}" dt="2022-05-05T02:43:03.635" v="643" actId="1076"/>
        <pc:sldMkLst>
          <pc:docMk/>
          <pc:sldMk cId="1114077563" sldId="260"/>
        </pc:sldMkLst>
        <pc:picChg chg="mod">
          <ac:chgData name="相澤　千裕" userId="S::iic22001ac@ct.musabi.ac.jp::efeaa7c4-279a-4590-a1f0-dbd373d13878" providerId="AD" clId="Web-{212EF5A8-C889-4369-B180-A5516F162FCC}" dt="2022-05-05T02:26:05.361" v="183" actId="1076"/>
          <ac:picMkLst>
            <pc:docMk/>
            <pc:sldMk cId="1114077563" sldId="260"/>
            <ac:picMk id="4" creationId="{ED3D8062-B421-09D4-F5A3-691A52C4BE25}"/>
          </ac:picMkLst>
        </pc:picChg>
        <pc:picChg chg="mod">
          <ac:chgData name="相澤　千裕" userId="S::iic22001ac@ct.musabi.ac.jp::efeaa7c4-279a-4590-a1f0-dbd373d13878" providerId="AD" clId="Web-{212EF5A8-C889-4369-B180-A5516F162FCC}" dt="2022-05-05T02:43:03.635" v="643" actId="1076"/>
          <ac:picMkLst>
            <pc:docMk/>
            <pc:sldMk cId="1114077563" sldId="260"/>
            <ac:picMk id="5" creationId="{E41F3631-7CB1-11CF-0B10-538D00C9D165}"/>
          </ac:picMkLst>
        </pc:picChg>
      </pc:sldChg>
      <pc:sldChg chg="addSp delSp modSp">
        <pc:chgData name="相澤　千裕" userId="S::iic22001ac@ct.musabi.ac.jp::efeaa7c4-279a-4590-a1f0-dbd373d13878" providerId="AD" clId="Web-{212EF5A8-C889-4369-B180-A5516F162FCC}" dt="2022-05-05T02:43:09.245" v="644" actId="1076"/>
        <pc:sldMkLst>
          <pc:docMk/>
          <pc:sldMk cId="3834653680" sldId="261"/>
        </pc:sldMkLst>
        <pc:picChg chg="add del mod">
          <ac:chgData name="相澤　千裕" userId="S::iic22001ac@ct.musabi.ac.jp::efeaa7c4-279a-4590-a1f0-dbd373d13878" providerId="AD" clId="Web-{212EF5A8-C889-4369-B180-A5516F162FCC}" dt="2022-05-05T02:27:26.300" v="200" actId="14100"/>
          <ac:picMkLst>
            <pc:docMk/>
            <pc:sldMk cId="3834653680" sldId="261"/>
            <ac:picMk id="4" creationId="{B1C9FC38-054B-87DE-8FEB-A8B0A526FD82}"/>
          </ac:picMkLst>
        </pc:picChg>
        <pc:picChg chg="mod">
          <ac:chgData name="相澤　千裕" userId="S::iic22001ac@ct.musabi.ac.jp::efeaa7c4-279a-4590-a1f0-dbd373d13878" providerId="AD" clId="Web-{212EF5A8-C889-4369-B180-A5516F162FCC}" dt="2022-05-05T02:43:09.245" v="644" actId="1076"/>
          <ac:picMkLst>
            <pc:docMk/>
            <pc:sldMk cId="3834653680" sldId="261"/>
            <ac:picMk id="5" creationId="{6EDD9D9B-2A25-CF84-35EB-FDE1266A318C}"/>
          </ac:picMkLst>
        </pc:picChg>
      </pc:sldChg>
      <pc:sldChg chg="addSp modSp">
        <pc:chgData name="相澤　千裕" userId="S::iic22001ac@ct.musabi.ac.jp::efeaa7c4-279a-4590-a1f0-dbd373d13878" providerId="AD" clId="Web-{212EF5A8-C889-4369-B180-A5516F162FCC}" dt="2022-05-05T02:38:08.270" v="526" actId="20577"/>
        <pc:sldMkLst>
          <pc:docMk/>
          <pc:sldMk cId="891537586" sldId="264"/>
        </pc:sldMkLst>
        <pc:spChg chg="mod">
          <ac:chgData name="相澤　千裕" userId="S::iic22001ac@ct.musabi.ac.jp::efeaa7c4-279a-4590-a1f0-dbd373d13878" providerId="AD" clId="Web-{212EF5A8-C889-4369-B180-A5516F162FCC}" dt="2022-05-05T02:38:08.270" v="526" actId="20577"/>
          <ac:spMkLst>
            <pc:docMk/>
            <pc:sldMk cId="891537586" sldId="264"/>
            <ac:spMk id="3" creationId="{B1586A5C-423C-1C5A-2FCE-718731E7DF13}"/>
          </ac:spMkLst>
        </pc:spChg>
        <pc:spChg chg="add mod">
          <ac:chgData name="相澤　千裕" userId="S::iic22001ac@ct.musabi.ac.jp::efeaa7c4-279a-4590-a1f0-dbd373d13878" providerId="AD" clId="Web-{212EF5A8-C889-4369-B180-A5516F162FCC}" dt="2022-05-05T02:24:26.328" v="179" actId="14100"/>
          <ac:spMkLst>
            <pc:docMk/>
            <pc:sldMk cId="891537586" sldId="264"/>
            <ac:spMk id="6" creationId="{921B09DF-F9CF-FEBA-6A17-C3581601EF69}"/>
          </ac:spMkLst>
        </pc:spChg>
      </pc:sldChg>
      <pc:sldChg chg="delSp modSp">
        <pc:chgData name="相澤　千裕" userId="S::iic22001ac@ct.musabi.ac.jp::efeaa7c4-279a-4590-a1f0-dbd373d13878" providerId="AD" clId="Web-{212EF5A8-C889-4369-B180-A5516F162FCC}" dt="2022-05-05T02:39:43.225" v="548" actId="1076"/>
        <pc:sldMkLst>
          <pc:docMk/>
          <pc:sldMk cId="656521776" sldId="265"/>
        </pc:sldMkLst>
        <pc:spChg chg="del">
          <ac:chgData name="相澤　千裕" userId="S::iic22001ac@ct.musabi.ac.jp::efeaa7c4-279a-4590-a1f0-dbd373d13878" providerId="AD" clId="Web-{212EF5A8-C889-4369-B180-A5516F162FCC}" dt="2022-05-05T02:39:37.053" v="545"/>
          <ac:spMkLst>
            <pc:docMk/>
            <pc:sldMk cId="656521776" sldId="265"/>
            <ac:spMk id="2" creationId="{969FD804-0A28-F700-9E98-C2C3E523DEFC}"/>
          </ac:spMkLst>
        </pc:spChg>
        <pc:spChg chg="mod">
          <ac:chgData name="相澤　千裕" userId="S::iic22001ac@ct.musabi.ac.jp::efeaa7c4-279a-4590-a1f0-dbd373d13878" providerId="AD" clId="Web-{212EF5A8-C889-4369-B180-A5516F162FCC}" dt="2022-05-05T02:39:40.256" v="546" actId="1076"/>
          <ac:spMkLst>
            <pc:docMk/>
            <pc:sldMk cId="656521776" sldId="265"/>
            <ac:spMk id="3" creationId="{CFFC8939-3C08-7229-6FA6-2529A6B51ED8}"/>
          </ac:spMkLst>
        </pc:spChg>
        <pc:spChg chg="mod">
          <ac:chgData name="相澤　千裕" userId="S::iic22001ac@ct.musabi.ac.jp::efeaa7c4-279a-4590-a1f0-dbd373d13878" providerId="AD" clId="Web-{212EF5A8-C889-4369-B180-A5516F162FCC}" dt="2022-05-05T02:28:04.629" v="201" actId="20577"/>
          <ac:spMkLst>
            <pc:docMk/>
            <pc:sldMk cId="656521776" sldId="265"/>
            <ac:spMk id="7" creationId="{1EDD2DB9-041F-2693-1FCC-49B627875479}"/>
          </ac:spMkLst>
        </pc:spChg>
        <pc:spChg chg="mod">
          <ac:chgData name="相澤　千裕" userId="S::iic22001ac@ct.musabi.ac.jp::efeaa7c4-279a-4590-a1f0-dbd373d13878" providerId="AD" clId="Web-{212EF5A8-C889-4369-B180-A5516F162FCC}" dt="2022-05-05T02:18:32.504" v="4" actId="14100"/>
          <ac:spMkLst>
            <pc:docMk/>
            <pc:sldMk cId="656521776" sldId="265"/>
            <ac:spMk id="8" creationId="{D2352027-4197-2327-945E-1F708EA9A32D}"/>
          </ac:spMkLst>
        </pc:spChg>
        <pc:picChg chg="mod">
          <ac:chgData name="相澤　千裕" userId="S::iic22001ac@ct.musabi.ac.jp::efeaa7c4-279a-4590-a1f0-dbd373d13878" providerId="AD" clId="Web-{212EF5A8-C889-4369-B180-A5516F162FCC}" dt="2022-05-05T02:39:43.225" v="548" actId="1076"/>
          <ac:picMkLst>
            <pc:docMk/>
            <pc:sldMk cId="656521776" sldId="265"/>
            <ac:picMk id="4" creationId="{FABABD30-CFE2-B8D9-89F1-CD2BFBF0A7A9}"/>
          </ac:picMkLst>
        </pc:picChg>
      </pc:sldChg>
      <pc:sldChg chg="addSp delSp modSp">
        <pc:chgData name="相澤　千裕" userId="S::iic22001ac@ct.musabi.ac.jp::efeaa7c4-279a-4590-a1f0-dbd373d13878" providerId="AD" clId="Web-{212EF5A8-C889-4369-B180-A5516F162FCC}" dt="2022-05-05T02:39:33.834" v="544" actId="1076"/>
        <pc:sldMkLst>
          <pc:docMk/>
          <pc:sldMk cId="356441494" sldId="266"/>
        </pc:sldMkLst>
        <pc:spChg chg="del">
          <ac:chgData name="相澤　千裕" userId="S::iic22001ac@ct.musabi.ac.jp::efeaa7c4-279a-4590-a1f0-dbd373d13878" providerId="AD" clId="Web-{212EF5A8-C889-4369-B180-A5516F162FCC}" dt="2022-05-05T02:39:28.678" v="542"/>
          <ac:spMkLst>
            <pc:docMk/>
            <pc:sldMk cId="356441494" sldId="266"/>
            <ac:spMk id="2" creationId="{FBD7222D-984A-DBBF-37E9-58B1621E6070}"/>
          </ac:spMkLst>
        </pc:spChg>
        <pc:spChg chg="mod">
          <ac:chgData name="相澤　千裕" userId="S::iic22001ac@ct.musabi.ac.jp::efeaa7c4-279a-4590-a1f0-dbd373d13878" providerId="AD" clId="Web-{212EF5A8-C889-4369-B180-A5516F162FCC}" dt="2022-05-05T02:39:31.397" v="543" actId="1076"/>
          <ac:spMkLst>
            <pc:docMk/>
            <pc:sldMk cId="356441494" sldId="266"/>
            <ac:spMk id="3" creationId="{8A1EB280-0C89-6F2F-950C-2EC7F8866490}"/>
          </ac:spMkLst>
        </pc:spChg>
        <pc:spChg chg="add mod">
          <ac:chgData name="相澤　千裕" userId="S::iic22001ac@ct.musabi.ac.jp::efeaa7c4-279a-4590-a1f0-dbd373d13878" providerId="AD" clId="Web-{212EF5A8-C889-4369-B180-A5516F162FCC}" dt="2022-05-05T02:28:27.051" v="203" actId="20577"/>
          <ac:spMkLst>
            <pc:docMk/>
            <pc:sldMk cId="356441494" sldId="266"/>
            <ac:spMk id="6" creationId="{80F9E263-AF0C-9AF6-032D-08A2F43F7B3A}"/>
          </ac:spMkLst>
        </pc:spChg>
        <pc:picChg chg="mod">
          <ac:chgData name="相澤　千裕" userId="S::iic22001ac@ct.musabi.ac.jp::efeaa7c4-279a-4590-a1f0-dbd373d13878" providerId="AD" clId="Web-{212EF5A8-C889-4369-B180-A5516F162FCC}" dt="2022-05-05T02:39:33.834" v="544" actId="1076"/>
          <ac:picMkLst>
            <pc:docMk/>
            <pc:sldMk cId="356441494" sldId="266"/>
            <ac:picMk id="4" creationId="{5DAF1AB1-6C71-18DE-2AD1-952C1FCE8DBE}"/>
          </ac:picMkLst>
        </pc:picChg>
      </pc:sldChg>
      <pc:sldChg chg="addSp delSp modSp">
        <pc:chgData name="相澤　千裕" userId="S::iic22001ac@ct.musabi.ac.jp::efeaa7c4-279a-4590-a1f0-dbd373d13878" providerId="AD" clId="Web-{212EF5A8-C889-4369-B180-A5516F162FCC}" dt="2022-05-05T02:39:24.818" v="541" actId="1076"/>
        <pc:sldMkLst>
          <pc:docMk/>
          <pc:sldMk cId="3614505069" sldId="267"/>
        </pc:sldMkLst>
        <pc:spChg chg="del">
          <ac:chgData name="相澤　千裕" userId="S::iic22001ac@ct.musabi.ac.jp::efeaa7c4-279a-4590-a1f0-dbd373d13878" providerId="AD" clId="Web-{212EF5A8-C889-4369-B180-A5516F162FCC}" dt="2022-05-05T02:39:20.146" v="539"/>
          <ac:spMkLst>
            <pc:docMk/>
            <pc:sldMk cId="3614505069" sldId="267"/>
            <ac:spMk id="2" creationId="{3E854F7E-F819-D6EA-F6D4-85604B6C47AF}"/>
          </ac:spMkLst>
        </pc:spChg>
        <pc:spChg chg="mod">
          <ac:chgData name="相澤　千裕" userId="S::iic22001ac@ct.musabi.ac.jp::efeaa7c4-279a-4590-a1f0-dbd373d13878" providerId="AD" clId="Web-{212EF5A8-C889-4369-B180-A5516F162FCC}" dt="2022-05-05T02:39:23.725" v="540" actId="1076"/>
          <ac:spMkLst>
            <pc:docMk/>
            <pc:sldMk cId="3614505069" sldId="267"/>
            <ac:spMk id="3" creationId="{B74EDE0F-D96B-A91D-BEC0-829E7136B33B}"/>
          </ac:spMkLst>
        </pc:spChg>
        <pc:spChg chg="add mod">
          <ac:chgData name="相澤　千裕" userId="S::iic22001ac@ct.musabi.ac.jp::efeaa7c4-279a-4590-a1f0-dbd373d13878" providerId="AD" clId="Web-{212EF5A8-C889-4369-B180-A5516F162FCC}" dt="2022-05-05T02:30:41.445" v="284" actId="20577"/>
          <ac:spMkLst>
            <pc:docMk/>
            <pc:sldMk cId="3614505069" sldId="267"/>
            <ac:spMk id="6" creationId="{818AF686-508C-30E1-AF50-AD806B0DAAA8}"/>
          </ac:spMkLst>
        </pc:spChg>
        <pc:picChg chg="mod">
          <ac:chgData name="相澤　千裕" userId="S::iic22001ac@ct.musabi.ac.jp::efeaa7c4-279a-4590-a1f0-dbd373d13878" providerId="AD" clId="Web-{212EF5A8-C889-4369-B180-A5516F162FCC}" dt="2022-05-05T02:39:24.818" v="541" actId="1076"/>
          <ac:picMkLst>
            <pc:docMk/>
            <pc:sldMk cId="3614505069" sldId="267"/>
            <ac:picMk id="4" creationId="{75E11AD3-0795-8B4D-0FFA-7808F2E5ADFD}"/>
          </ac:picMkLst>
        </pc:picChg>
      </pc:sldChg>
      <pc:sldChg chg="addSp delSp modSp">
        <pc:chgData name="相澤　千裕" userId="S::iic22001ac@ct.musabi.ac.jp::efeaa7c4-279a-4590-a1f0-dbd373d13878" providerId="AD" clId="Web-{212EF5A8-C889-4369-B180-A5516F162FCC}" dt="2022-05-05T02:39:15.849" v="538" actId="1076"/>
        <pc:sldMkLst>
          <pc:docMk/>
          <pc:sldMk cId="3761216632" sldId="268"/>
        </pc:sldMkLst>
        <pc:spChg chg="del">
          <ac:chgData name="相澤　千裕" userId="S::iic22001ac@ct.musabi.ac.jp::efeaa7c4-279a-4590-a1f0-dbd373d13878" providerId="AD" clId="Web-{212EF5A8-C889-4369-B180-A5516F162FCC}" dt="2022-05-05T02:39:09.677" v="536"/>
          <ac:spMkLst>
            <pc:docMk/>
            <pc:sldMk cId="3761216632" sldId="268"/>
            <ac:spMk id="2" creationId="{BA480E60-4ADA-6774-ED57-C07E262E6986}"/>
          </ac:spMkLst>
        </pc:spChg>
        <pc:spChg chg="mod">
          <ac:chgData name="相澤　千裕" userId="S::iic22001ac@ct.musabi.ac.jp::efeaa7c4-279a-4590-a1f0-dbd373d13878" providerId="AD" clId="Web-{212EF5A8-C889-4369-B180-A5516F162FCC}" dt="2022-05-05T02:39:14.303" v="537" actId="1076"/>
          <ac:spMkLst>
            <pc:docMk/>
            <pc:sldMk cId="3761216632" sldId="268"/>
            <ac:spMk id="3" creationId="{3D407655-F2F9-1814-6749-67324EA84DF0}"/>
          </ac:spMkLst>
        </pc:spChg>
        <pc:spChg chg="add mod">
          <ac:chgData name="相澤　千裕" userId="S::iic22001ac@ct.musabi.ac.jp::efeaa7c4-279a-4590-a1f0-dbd373d13878" providerId="AD" clId="Web-{212EF5A8-C889-4369-B180-A5516F162FCC}" dt="2022-05-05T02:36:56.546" v="518" actId="1076"/>
          <ac:spMkLst>
            <pc:docMk/>
            <pc:sldMk cId="3761216632" sldId="268"/>
            <ac:spMk id="5" creationId="{77D53494-97AC-694A-3F6A-B8F9F51F8B05}"/>
          </ac:spMkLst>
        </pc:spChg>
        <pc:picChg chg="mod">
          <ac:chgData name="相澤　千裕" userId="S::iic22001ac@ct.musabi.ac.jp::efeaa7c4-279a-4590-a1f0-dbd373d13878" providerId="AD" clId="Web-{212EF5A8-C889-4369-B180-A5516F162FCC}" dt="2022-05-05T02:39:15.849" v="538" actId="1076"/>
          <ac:picMkLst>
            <pc:docMk/>
            <pc:sldMk cId="3761216632" sldId="268"/>
            <ac:picMk id="4" creationId="{D5C8035F-5E0C-BC1C-8AB6-1F82B412C320}"/>
          </ac:picMkLst>
        </pc:picChg>
      </pc:sldChg>
      <pc:sldChg chg="addSp delSp modSp">
        <pc:chgData name="相澤　千裕" userId="S::iic22001ac@ct.musabi.ac.jp::efeaa7c4-279a-4590-a1f0-dbd373d13878" providerId="AD" clId="Web-{212EF5A8-C889-4369-B180-A5516F162FCC}" dt="2022-05-05T02:39:03.771" v="535" actId="1076"/>
        <pc:sldMkLst>
          <pc:docMk/>
          <pc:sldMk cId="1420438952" sldId="269"/>
        </pc:sldMkLst>
        <pc:spChg chg="del">
          <ac:chgData name="相澤　千裕" userId="S::iic22001ac@ct.musabi.ac.jp::efeaa7c4-279a-4590-a1f0-dbd373d13878" providerId="AD" clId="Web-{212EF5A8-C889-4369-B180-A5516F162FCC}" dt="2022-05-05T02:38:57.224" v="533"/>
          <ac:spMkLst>
            <pc:docMk/>
            <pc:sldMk cId="1420438952" sldId="269"/>
            <ac:spMk id="2" creationId="{7F47F607-CBFF-5043-D35A-8CC155C3FF2A}"/>
          </ac:spMkLst>
        </pc:spChg>
        <pc:spChg chg="mod">
          <ac:chgData name="相澤　千裕" userId="S::iic22001ac@ct.musabi.ac.jp::efeaa7c4-279a-4590-a1f0-dbd373d13878" providerId="AD" clId="Web-{212EF5A8-C889-4369-B180-A5516F162FCC}" dt="2022-05-05T02:39:02.380" v="534" actId="1076"/>
          <ac:spMkLst>
            <pc:docMk/>
            <pc:sldMk cId="1420438952" sldId="269"/>
            <ac:spMk id="3" creationId="{FD23005D-2169-C818-27D5-8601BBD8DCB0}"/>
          </ac:spMkLst>
        </pc:spChg>
        <pc:spChg chg="add mod">
          <ac:chgData name="相澤　千裕" userId="S::iic22001ac@ct.musabi.ac.jp::efeaa7c4-279a-4590-a1f0-dbd373d13878" providerId="AD" clId="Web-{212EF5A8-C889-4369-B180-A5516F162FCC}" dt="2022-05-05T02:34:01.808" v="408" actId="1076"/>
          <ac:spMkLst>
            <pc:docMk/>
            <pc:sldMk cId="1420438952" sldId="269"/>
            <ac:spMk id="6" creationId="{4FC77035-F8F5-8D1F-9617-04D25AC5A4FB}"/>
          </ac:spMkLst>
        </pc:spChg>
        <pc:picChg chg="mod">
          <ac:chgData name="相澤　千裕" userId="S::iic22001ac@ct.musabi.ac.jp::efeaa7c4-279a-4590-a1f0-dbd373d13878" providerId="AD" clId="Web-{212EF5A8-C889-4369-B180-A5516F162FCC}" dt="2022-05-05T02:39:03.771" v="535" actId="1076"/>
          <ac:picMkLst>
            <pc:docMk/>
            <pc:sldMk cId="1420438952" sldId="269"/>
            <ac:picMk id="4" creationId="{AD9AE6F4-CAF2-A44F-6E99-84BD2BCEF407}"/>
          </ac:picMkLst>
        </pc:picChg>
      </pc:sldChg>
      <pc:sldChg chg="addSp delSp modSp">
        <pc:chgData name="相澤　千裕" userId="S::iic22001ac@ct.musabi.ac.jp::efeaa7c4-279a-4590-a1f0-dbd373d13878" providerId="AD" clId="Web-{212EF5A8-C889-4369-B180-A5516F162FCC}" dt="2022-05-05T02:42:25.666" v="639" actId="20577"/>
        <pc:sldMkLst>
          <pc:docMk/>
          <pc:sldMk cId="370103641" sldId="270"/>
        </pc:sldMkLst>
        <pc:spChg chg="del mod">
          <ac:chgData name="相澤　千裕" userId="S::iic22001ac@ct.musabi.ac.jp::efeaa7c4-279a-4590-a1f0-dbd373d13878" providerId="AD" clId="Web-{212EF5A8-C889-4369-B180-A5516F162FCC}" dt="2022-05-05T02:38:48.599" v="531"/>
          <ac:spMkLst>
            <pc:docMk/>
            <pc:sldMk cId="370103641" sldId="270"/>
            <ac:spMk id="2" creationId="{2A6F2E4F-2004-3636-1F11-9E48C1AC8B34}"/>
          </ac:spMkLst>
        </pc:spChg>
        <pc:spChg chg="mod">
          <ac:chgData name="相澤　千裕" userId="S::iic22001ac@ct.musabi.ac.jp::efeaa7c4-279a-4590-a1f0-dbd373d13878" providerId="AD" clId="Web-{212EF5A8-C889-4369-B180-A5516F162FCC}" dt="2022-05-05T02:38:43.521" v="529" actId="1076"/>
          <ac:spMkLst>
            <pc:docMk/>
            <pc:sldMk cId="370103641" sldId="270"/>
            <ac:spMk id="3" creationId="{8111B653-38FD-D237-9EEF-076BE6E4A8BD}"/>
          </ac:spMkLst>
        </pc:spChg>
        <pc:spChg chg="add mod">
          <ac:chgData name="相澤　千裕" userId="S::iic22001ac@ct.musabi.ac.jp::efeaa7c4-279a-4590-a1f0-dbd373d13878" providerId="AD" clId="Web-{212EF5A8-C889-4369-B180-A5516F162FCC}" dt="2022-05-05T02:42:25.666" v="639" actId="20577"/>
          <ac:spMkLst>
            <pc:docMk/>
            <pc:sldMk cId="370103641" sldId="270"/>
            <ac:spMk id="5" creationId="{43AD1E3A-3E4B-FE1F-0C2B-6BF04E169146}"/>
          </ac:spMkLst>
        </pc:spChg>
        <pc:picChg chg="mod">
          <ac:chgData name="相澤　千裕" userId="S::iic22001ac@ct.musabi.ac.jp::efeaa7c4-279a-4590-a1f0-dbd373d13878" providerId="AD" clId="Web-{212EF5A8-C889-4369-B180-A5516F162FCC}" dt="2022-05-05T02:42:13.494" v="635" actId="14100"/>
          <ac:picMkLst>
            <pc:docMk/>
            <pc:sldMk cId="370103641" sldId="270"/>
            <ac:picMk id="4" creationId="{262EAA38-B844-02F0-C4B8-41764822BB62}"/>
          </ac:picMkLst>
        </pc:picChg>
      </pc:sldChg>
      <pc:sldChg chg="modSp">
        <pc:chgData name="相澤　千裕" userId="S::iic22001ac@ct.musabi.ac.jp::efeaa7c4-279a-4590-a1f0-dbd373d13878" providerId="AD" clId="Web-{212EF5A8-C889-4369-B180-A5516F162FCC}" dt="2022-05-05T02:57:06.238" v="1004" actId="20577"/>
        <pc:sldMkLst>
          <pc:docMk/>
          <pc:sldMk cId="1351638889" sldId="271"/>
        </pc:sldMkLst>
        <pc:spChg chg="mod">
          <ac:chgData name="相澤　千裕" userId="S::iic22001ac@ct.musabi.ac.jp::efeaa7c4-279a-4590-a1f0-dbd373d13878" providerId="AD" clId="Web-{212EF5A8-C889-4369-B180-A5516F162FCC}" dt="2022-05-05T02:57:06.238" v="1004" actId="20577"/>
          <ac:spMkLst>
            <pc:docMk/>
            <pc:sldMk cId="1351638889" sldId="271"/>
            <ac:spMk id="3" creationId="{36153352-DF40-A4F7-51B7-9DE166173673}"/>
          </ac:spMkLst>
        </pc:spChg>
      </pc:sldChg>
      <pc:sldChg chg="modSp">
        <pc:chgData name="相澤　千裕" userId="S::iic22001ac@ct.musabi.ac.jp::efeaa7c4-279a-4590-a1f0-dbd373d13878" providerId="AD" clId="Web-{212EF5A8-C889-4369-B180-A5516F162FCC}" dt="2022-05-05T03:03:13.035" v="1252" actId="20577"/>
        <pc:sldMkLst>
          <pc:docMk/>
          <pc:sldMk cId="2545760760" sldId="272"/>
        </pc:sldMkLst>
        <pc:spChg chg="mod">
          <ac:chgData name="相澤　千裕" userId="S::iic22001ac@ct.musabi.ac.jp::efeaa7c4-279a-4590-a1f0-dbd373d13878" providerId="AD" clId="Web-{212EF5A8-C889-4369-B180-A5516F162FCC}" dt="2022-05-05T03:03:13.035" v="1252" actId="20577"/>
          <ac:spMkLst>
            <pc:docMk/>
            <pc:sldMk cId="2545760760" sldId="272"/>
            <ac:spMk id="3" creationId="{133BAD46-CF66-C7C3-6F03-F9AC67BA4E4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2022/5/4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2022/5/4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2022/5/4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2022/5/4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2022/5/4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2022/5/4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2022/5/4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2022/5/4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2022/5/4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2022/5/4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2022/5/4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2022/5/4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  <a:cs typeface="Calibri Light"/>
              </a:rPr>
              <a:t>基礎実習　Ⅱ</a:t>
            </a:r>
            <a:br>
              <a:rPr lang="ja-JP" altLang="en-US" dirty="0">
                <a:ea typeface="ＭＳ Ｐゴシック"/>
                <a:cs typeface="Calibri Light"/>
              </a:rPr>
            </a:br>
            <a:r>
              <a:rPr lang="ja-JP" altLang="en-US">
                <a:ea typeface="ＭＳ Ｐゴシック"/>
                <a:cs typeface="Calibri Light"/>
              </a:rPr>
              <a:t>Universal Design</a:t>
            </a:r>
            <a:endParaRPr lang="ja-JP" altLang="en-US" dirty="0">
              <a:ea typeface="ＭＳ Ｐゴシック"/>
              <a:cs typeface="Calibri Light"/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3479320" y="3659547"/>
            <a:ext cx="7188680" cy="159825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ja-JP" altLang="en-US">
                <a:ea typeface="ＭＳ Ｐゴシック"/>
                <a:cs typeface="Calibri"/>
              </a:rPr>
              <a:t>工芸工業デザイン学科　１年</a:t>
            </a:r>
            <a:endParaRPr lang="ja-JP"/>
          </a:p>
          <a:p>
            <a:pPr algn="l"/>
            <a:r>
              <a:rPr lang="ja-JP" altLang="en-US">
                <a:ea typeface="ＭＳ Ｐゴシック"/>
                <a:cs typeface="Calibri"/>
              </a:rPr>
              <a:t>相澤　千裕</a:t>
            </a:r>
            <a:endParaRPr lang="ja-JP" altLang="en-US" dirty="0">
              <a:ea typeface="ＭＳ Ｐ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E02C16-825D-8FF2-785D-B304E6AF2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  <a:cs typeface="Calibri Light"/>
              </a:rPr>
              <a:t>リサーチ１　通常の使い方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6D9327-9863-DB4D-7F27-CFC68362A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>
                <a:ea typeface="ＭＳ Ｐゴシック"/>
                <a:cs typeface="Calibri"/>
              </a:rPr>
              <a:t>ピーラー</a:t>
            </a:r>
          </a:p>
          <a:p>
            <a:pPr marL="0" indent="0">
              <a:buNone/>
            </a:pPr>
            <a:endParaRPr lang="ja-JP" altLang="en-US" dirty="0">
              <a:ea typeface="ＭＳ Ｐゴシック"/>
              <a:cs typeface="Calibri"/>
            </a:endParaRPr>
          </a:p>
          <a:p>
            <a:pPr marL="0" indent="0">
              <a:buNone/>
            </a:pPr>
            <a:r>
              <a:rPr lang="ja-JP" altLang="en-US">
                <a:ea typeface="ＭＳ Ｐゴシック"/>
                <a:cs typeface="Calibri"/>
              </a:rPr>
              <a:t>包丁</a:t>
            </a:r>
          </a:p>
          <a:p>
            <a:pPr marL="0" indent="0">
              <a:buNone/>
            </a:pPr>
            <a:endParaRPr lang="ja-JP" altLang="en-US" dirty="0">
              <a:ea typeface="ＭＳ Ｐゴシック"/>
              <a:cs typeface="Calibri"/>
            </a:endParaRPr>
          </a:p>
          <a:p>
            <a:pPr marL="0" indent="0">
              <a:buNone/>
            </a:pPr>
            <a:r>
              <a:rPr lang="ja-JP" altLang="en-US">
                <a:ea typeface="ＭＳ Ｐゴシック"/>
                <a:cs typeface="Calibri"/>
              </a:rPr>
              <a:t>すりおろし器</a:t>
            </a:r>
            <a:endParaRPr lang="ja-JP" altLang="en-US" dirty="0">
              <a:ea typeface="ＭＳ Ｐゴシック"/>
              <a:cs typeface="Calibri" panose="020F0502020204030204"/>
            </a:endParaRPr>
          </a:p>
        </p:txBody>
      </p:sp>
      <p:pic>
        <p:nvPicPr>
          <p:cNvPr id="4" name="図 4">
            <a:extLst>
              <a:ext uri="{FF2B5EF4-FFF2-40B4-BE49-F238E27FC236}">
                <a16:creationId xmlns:a16="http://schemas.microsoft.com/office/drawing/2014/main" id="{66261990-FB83-E83B-7241-5EE280B72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3896264" y="1766738"/>
            <a:ext cx="3276599" cy="2425699"/>
          </a:xfrm>
          <a:prstGeom prst="rect">
            <a:avLst/>
          </a:prstGeom>
        </p:spPr>
      </p:pic>
      <p:pic>
        <p:nvPicPr>
          <p:cNvPr id="5" name="図 5" descr="男, ギター が含まれている画像&#10;&#10;説明は自動で生成されたものです">
            <a:extLst>
              <a:ext uri="{FF2B5EF4-FFF2-40B4-BE49-F238E27FC236}">
                <a16:creationId xmlns:a16="http://schemas.microsoft.com/office/drawing/2014/main" id="{CB11B445-3BC0-E773-7258-F3A6A0EE6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802" y="4189802"/>
            <a:ext cx="3352799" cy="2514599"/>
          </a:xfrm>
          <a:prstGeom prst="rect">
            <a:avLst/>
          </a:prstGeom>
        </p:spPr>
      </p:pic>
      <p:pic>
        <p:nvPicPr>
          <p:cNvPr id="6" name="図 6" descr="屋内, テキスト, テーブル, 食品 が含まれている画像&#10;&#10;説明は自動で生成されたものです">
            <a:extLst>
              <a:ext uri="{FF2B5EF4-FFF2-40B4-BE49-F238E27FC236}">
                <a16:creationId xmlns:a16="http://schemas.microsoft.com/office/drawing/2014/main" id="{F663F3D3-A54C-8579-8BD7-C1EB7BCA5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8335513" y="1751402"/>
            <a:ext cx="3238499" cy="242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730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6D9781-9345-58F5-DDB0-947784463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  <a:cs typeface="Calibri Light"/>
              </a:rPr>
              <a:t>リサーチ１ 通常の使い方からわかったこと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E82C785-1814-C608-03F0-F7EA165A2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>
                <a:ea typeface="ＭＳ Ｐゴシック"/>
                <a:cs typeface="Calibri" panose="020F0502020204030204"/>
              </a:rPr>
              <a:t>利き手が道具を切る役割を担っている一方、反対の手はりんごを抑える役割である。→りんごに力をかけやすい、角度を調整しやすい</a:t>
            </a:r>
          </a:p>
          <a:p>
            <a:pPr marL="0" indent="0">
              <a:buNone/>
            </a:pPr>
            <a:endParaRPr lang="ja-JP" altLang="en-US" dirty="0">
              <a:ea typeface="ＭＳ Ｐゴシック"/>
              <a:cs typeface="Calibri" panose="020F0502020204030204"/>
            </a:endParaRPr>
          </a:p>
          <a:p>
            <a:pPr marL="0" indent="0">
              <a:buNone/>
            </a:pPr>
            <a:endParaRPr lang="ja-JP" altLang="en-US" dirty="0">
              <a:ea typeface="ＭＳ Ｐゴシック"/>
              <a:cs typeface="Calibri" panose="020F0502020204030204"/>
            </a:endParaRPr>
          </a:p>
          <a:p>
            <a:pPr marL="0" indent="0">
              <a:buNone/>
            </a:pPr>
            <a:endParaRPr lang="ja-JP" altLang="en-US" dirty="0">
              <a:ea typeface="ＭＳ Ｐゴシック"/>
              <a:cs typeface="Calibri" panose="020F0502020204030204"/>
            </a:endParaRPr>
          </a:p>
        </p:txBody>
      </p:sp>
      <p:pic>
        <p:nvPicPr>
          <p:cNvPr id="4" name="図 4" descr="人, 屋内, テーブル, 座る が含まれている画像&#10;&#10;説明は自動で生成されたものです">
            <a:extLst>
              <a:ext uri="{FF2B5EF4-FFF2-40B4-BE49-F238E27FC236}">
                <a16:creationId xmlns:a16="http://schemas.microsoft.com/office/drawing/2014/main" id="{3144E12F-CCDB-4A6E-952D-92899A360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513" y="2866306"/>
            <a:ext cx="3533954" cy="2275576"/>
          </a:xfrm>
          <a:prstGeom prst="rect">
            <a:avLst/>
          </a:prstGeom>
        </p:spPr>
      </p:pic>
      <p:pic>
        <p:nvPicPr>
          <p:cNvPr id="5" name="図 5">
            <a:extLst>
              <a:ext uri="{FF2B5EF4-FFF2-40B4-BE49-F238E27FC236}">
                <a16:creationId xmlns:a16="http://schemas.microsoft.com/office/drawing/2014/main" id="{FC37EA78-997E-8E63-903F-09D9230D5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268" y="2734463"/>
            <a:ext cx="3505200" cy="253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36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AE7CE6-080F-35F6-5695-373B80098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3270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sz="5400">
                <a:ea typeface="ＭＳ Ｐゴシック"/>
                <a:cs typeface="Calibri"/>
              </a:rPr>
              <a:t>全部の道具に言えること</a:t>
            </a:r>
            <a:endParaRPr lang="ja-JP" sz="5400">
              <a:ea typeface="ＭＳ Ｐゴシック"/>
              <a:cs typeface="+mn-lt"/>
            </a:endParaRPr>
          </a:p>
          <a:p>
            <a:pPr marL="0" indent="0">
              <a:buNone/>
            </a:pPr>
            <a:r>
              <a:rPr lang="ja-JP" sz="3200">
                <a:ea typeface="ＭＳ Ｐゴシック"/>
                <a:cs typeface="Calibri"/>
              </a:rPr>
              <a:t>・削りだしが一番力がかかる</a:t>
            </a:r>
            <a:endParaRPr lang="en-US" altLang="ja-JP" sz="3200">
              <a:ea typeface="ＭＳ Ｐゴシック"/>
              <a:cs typeface="+mn-lt"/>
            </a:endParaRPr>
          </a:p>
          <a:p>
            <a:pPr marL="0" indent="0">
              <a:buNone/>
            </a:pPr>
            <a:r>
              <a:rPr lang="ja-JP" sz="3200">
                <a:ea typeface="ＭＳ Ｐゴシック"/>
                <a:cs typeface="Calibri"/>
              </a:rPr>
              <a:t>・しっかり固定しないとりんごが転がっていく</a:t>
            </a:r>
            <a:endParaRPr lang="en-US" altLang="ja-JP" sz="3200">
              <a:ea typeface="ＭＳ Ｐゴシック"/>
              <a:cs typeface="+mn-lt"/>
            </a:endParaRPr>
          </a:p>
          <a:p>
            <a:pPr marL="0" indent="0">
              <a:buNone/>
            </a:pPr>
            <a:r>
              <a:rPr lang="ja-JP" sz="3200">
                <a:ea typeface="ＭＳ Ｐゴシック"/>
                <a:cs typeface="Calibri"/>
              </a:rPr>
              <a:t>・下のカーブまで一回ではむきづらい</a:t>
            </a:r>
            <a:endParaRPr lang="ja-JP" sz="3200">
              <a:ea typeface="ＭＳ Ｐゴシック"/>
              <a:cs typeface="+mn-lt"/>
            </a:endParaRPr>
          </a:p>
          <a:p>
            <a:endParaRPr lang="ja-JP" altLang="en-US" sz="4400" dirty="0">
              <a:ea typeface="ＭＳ Ｐゴシック"/>
              <a:cs typeface="Calibri"/>
            </a:endParaRPr>
          </a:p>
        </p:txBody>
      </p:sp>
      <p:pic>
        <p:nvPicPr>
          <p:cNvPr id="4" name="図 4" descr="リンゴのアップ画面&#10;&#10;説明は自動で生成されたものです">
            <a:extLst>
              <a:ext uri="{FF2B5EF4-FFF2-40B4-BE49-F238E27FC236}">
                <a16:creationId xmlns:a16="http://schemas.microsoft.com/office/drawing/2014/main" id="{FEF7A81C-4A64-D35E-251C-CD867BE0C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683" y="2976353"/>
            <a:ext cx="5410200" cy="3619500"/>
          </a:xfrm>
          <a:prstGeom prst="rect">
            <a:avLst/>
          </a:prstGeom>
        </p:spPr>
      </p:pic>
      <p:sp>
        <p:nvSpPr>
          <p:cNvPr id="7" name="矢印: 環状 6">
            <a:extLst>
              <a:ext uri="{FF2B5EF4-FFF2-40B4-BE49-F238E27FC236}">
                <a16:creationId xmlns:a16="http://schemas.microsoft.com/office/drawing/2014/main" id="{3C424344-6652-8291-0404-5124E23F3FB0}"/>
              </a:ext>
            </a:extLst>
          </p:cNvPr>
          <p:cNvSpPr/>
          <p:nvPr/>
        </p:nvSpPr>
        <p:spPr>
          <a:xfrm rot="7860000">
            <a:off x="9688460" y="5089043"/>
            <a:ext cx="1320800" cy="1231900"/>
          </a:xfrm>
          <a:prstGeom prst="circular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7335F50-D785-0C4E-90AC-3E0C32A4FED9}"/>
              </a:ext>
            </a:extLst>
          </p:cNvPr>
          <p:cNvSpPr txBox="1"/>
          <p:nvPr/>
        </p:nvSpPr>
        <p:spPr>
          <a:xfrm>
            <a:off x="10528300" y="4813300"/>
            <a:ext cx="2743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>
                <a:ea typeface="ＭＳ Ｐゴシック"/>
                <a:cs typeface="Calibri"/>
              </a:rPr>
              <a:t>カーブ部分</a:t>
            </a:r>
          </a:p>
        </p:txBody>
      </p:sp>
      <p:sp>
        <p:nvSpPr>
          <p:cNvPr id="10" name="矢印: 上 9">
            <a:extLst>
              <a:ext uri="{FF2B5EF4-FFF2-40B4-BE49-F238E27FC236}">
                <a16:creationId xmlns:a16="http://schemas.microsoft.com/office/drawing/2014/main" id="{9B7FC213-003C-2321-7B04-4A6728F6CEBB}"/>
              </a:ext>
            </a:extLst>
          </p:cNvPr>
          <p:cNvSpPr/>
          <p:nvPr/>
        </p:nvSpPr>
        <p:spPr>
          <a:xfrm>
            <a:off x="7622159" y="4530470"/>
            <a:ext cx="355600" cy="97790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A26CE94-9441-5877-7BA9-470EF805B87B}"/>
              </a:ext>
            </a:extLst>
          </p:cNvPr>
          <p:cNvSpPr txBox="1"/>
          <p:nvPr/>
        </p:nvSpPr>
        <p:spPr>
          <a:xfrm>
            <a:off x="6508750" y="4718050"/>
            <a:ext cx="2743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000">
                <a:ea typeface="ＭＳ Ｐゴシック"/>
                <a:cs typeface="Calibri"/>
              </a:rPr>
              <a:t>直線部分</a:t>
            </a:r>
          </a:p>
        </p:txBody>
      </p:sp>
    </p:spTree>
    <p:extLst>
      <p:ext uri="{BB962C8B-B14F-4D97-AF65-F5344CB8AC3E}">
        <p14:creationId xmlns:p14="http://schemas.microsoft.com/office/powerpoint/2010/main" val="854130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968AB2-9E07-A074-75EC-3198B92D9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  <a:cs typeface="Calibri Light"/>
              </a:rPr>
              <a:t>リサーチ２ 身体的な違いを想定して…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539E29F-776B-C15C-3B87-59C7E0E52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>
                <a:ea typeface="ＭＳ Ｐゴシック"/>
                <a:cs typeface="Calibri" panose="020F0502020204030204"/>
              </a:rPr>
              <a:t>テープで指を固定して、片手かつ小指がない想定</a:t>
            </a:r>
          </a:p>
          <a:p>
            <a:pPr marL="0" indent="0">
              <a:buNone/>
            </a:pPr>
            <a:r>
              <a:rPr lang="ja-JP" altLang="en-US">
                <a:ea typeface="ＭＳ Ｐゴシック"/>
                <a:cs typeface="Calibri" panose="020F0502020204030204"/>
              </a:rPr>
              <a:t>横むきタイプで実験</a:t>
            </a:r>
          </a:p>
          <a:p>
            <a:pPr marL="0" indent="0">
              <a:buNone/>
            </a:pPr>
            <a:r>
              <a:rPr lang="ja-JP" altLang="en-US">
                <a:ea typeface="ＭＳ Ｐゴシック"/>
                <a:cs typeface="Calibri" panose="020F0502020204030204"/>
              </a:rPr>
              <a:t>→多少ぐらつくものの、とくに不自由せず使えた</a:t>
            </a:r>
            <a:endParaRPr lang="ja-JP" altLang="en-US" dirty="0">
              <a:ea typeface="ＭＳ Ｐゴシック"/>
              <a:cs typeface="Calibri" panose="020F0502020204030204"/>
            </a:endParaRPr>
          </a:p>
        </p:txBody>
      </p:sp>
      <p:pic>
        <p:nvPicPr>
          <p:cNvPr id="4" name="図 4">
            <a:extLst>
              <a:ext uri="{FF2B5EF4-FFF2-40B4-BE49-F238E27FC236}">
                <a16:creationId xmlns:a16="http://schemas.microsoft.com/office/drawing/2014/main" id="{ED3D8062-B421-09D4-F5A3-691A52C4B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5407" y="1492751"/>
            <a:ext cx="3321908" cy="4069849"/>
          </a:xfrm>
          <a:prstGeom prst="rect">
            <a:avLst/>
          </a:prstGeom>
        </p:spPr>
      </p:pic>
      <p:pic>
        <p:nvPicPr>
          <p:cNvPr id="5" name="図 5">
            <a:extLst>
              <a:ext uri="{FF2B5EF4-FFF2-40B4-BE49-F238E27FC236}">
                <a16:creationId xmlns:a16="http://schemas.microsoft.com/office/drawing/2014/main" id="{E41F3631-7CB1-11CF-0B10-538D00C9D1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133600" y="3276601"/>
            <a:ext cx="2519407" cy="335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077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E7C0EA-0086-B9E8-8F75-722B35361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CA961E-1D50-2F94-B779-935F49C9B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 dirty="0">
                <a:ea typeface="ＭＳ Ｐゴシック"/>
                <a:cs typeface="Calibri" panose="020F0502020204030204"/>
              </a:rPr>
              <a:t>テープで親指固定、片手かつ親指がない想定</a:t>
            </a:r>
          </a:p>
          <a:p>
            <a:pPr marL="0" indent="0">
              <a:buNone/>
            </a:pPr>
            <a:r>
              <a:rPr lang="ja-JP" altLang="en-US" dirty="0">
                <a:ea typeface="ＭＳ Ｐゴシック"/>
                <a:cs typeface="Calibri" panose="020F0502020204030204"/>
              </a:rPr>
              <a:t>→親指を支点に力をかけられなくなる</a:t>
            </a:r>
          </a:p>
          <a:p>
            <a:pPr marL="0" indent="0">
              <a:buNone/>
            </a:pPr>
            <a:r>
              <a:rPr lang="ja-JP" altLang="en-US" dirty="0">
                <a:ea typeface="ＭＳ Ｐゴシック"/>
                <a:cs typeface="Calibri" panose="020F0502020204030204"/>
              </a:rPr>
              <a:t>まったくりんごをむくことができなかった。</a:t>
            </a:r>
          </a:p>
          <a:p>
            <a:pPr marL="0" indent="0">
              <a:buNone/>
            </a:pPr>
            <a:r>
              <a:rPr lang="ja-JP" altLang="en-US" dirty="0">
                <a:ea typeface="ＭＳ Ｐゴシック"/>
                <a:cs typeface="Calibri" panose="020F0502020204030204"/>
              </a:rPr>
              <a:t>横向きタイプなら直線部分だけむけた。</a:t>
            </a:r>
          </a:p>
          <a:p>
            <a:pPr marL="0" indent="0">
              <a:buNone/>
            </a:pPr>
            <a:endParaRPr lang="ja-JP" altLang="en-US" dirty="0">
              <a:ea typeface="ＭＳ Ｐゴシック"/>
              <a:cs typeface="Calibri" panose="020F0502020204030204"/>
            </a:endParaRPr>
          </a:p>
        </p:txBody>
      </p:sp>
      <p:pic>
        <p:nvPicPr>
          <p:cNvPr id="4" name="図 4" descr="人, 屋内, テーブル, 座る が含まれている画像&#10;&#10;説明は自動で生成されたものです">
            <a:extLst>
              <a:ext uri="{FF2B5EF4-FFF2-40B4-BE49-F238E27FC236}">
                <a16:creationId xmlns:a16="http://schemas.microsoft.com/office/drawing/2014/main" id="{B1C9FC38-054B-87DE-8FEB-A8B0A526F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240" y="-5512"/>
            <a:ext cx="3742245" cy="6702244"/>
          </a:xfrm>
          <a:prstGeom prst="rect">
            <a:avLst/>
          </a:prstGeom>
        </p:spPr>
      </p:pic>
      <p:pic>
        <p:nvPicPr>
          <p:cNvPr id="5" name="図 5">
            <a:extLst>
              <a:ext uri="{FF2B5EF4-FFF2-40B4-BE49-F238E27FC236}">
                <a16:creationId xmlns:a16="http://schemas.microsoft.com/office/drawing/2014/main" id="{6EDD9D9B-2A25-CF84-35EB-FDE1266A31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86" y="3886994"/>
            <a:ext cx="2634054" cy="275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653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37C9E7-74B1-64E3-EDFD-719001E28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D7F3D6-CA32-78C2-E6D5-B96ED72B5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>
                <a:ea typeface="ＭＳ Ｐゴシック"/>
                <a:cs typeface="Calibri" panose="020F0502020204030204"/>
              </a:rPr>
              <a:t>テープで関節を固定してみた。</a:t>
            </a:r>
            <a:endParaRPr lang="ja-JP" altLang="en-US">
              <a:ea typeface="ＭＳ Ｐゴシック" panose="020B0600070205080204" pitchFamily="34" charset="-128"/>
              <a:cs typeface="Calibri" panose="020F0502020204030204"/>
            </a:endParaRPr>
          </a:p>
          <a:p>
            <a:pPr marL="0" indent="0">
              <a:buNone/>
            </a:pPr>
            <a:r>
              <a:rPr lang="ja-JP" altLang="en-US">
                <a:ea typeface="ＭＳ Ｐゴシック"/>
                <a:cs typeface="Calibri" panose="020F0502020204030204"/>
              </a:rPr>
              <a:t>→指を曲げづらくなる状態。</a:t>
            </a:r>
          </a:p>
          <a:p>
            <a:pPr marL="0" indent="0">
              <a:buNone/>
            </a:pPr>
            <a:r>
              <a:rPr lang="ja-JP" altLang="en-US">
                <a:ea typeface="ＭＳ Ｐゴシック"/>
                <a:cs typeface="Calibri" panose="020F0502020204030204"/>
              </a:rPr>
              <a:t>力が入りづらく、最初はりんごをむくのに苦戦していた様子。</a:t>
            </a:r>
            <a:endParaRPr lang="ja-JP" altLang="en-US" dirty="0">
              <a:ea typeface="ＭＳ Ｐゴシック"/>
              <a:cs typeface="Calibri" panose="020F0502020204030204"/>
            </a:endParaRPr>
          </a:p>
        </p:txBody>
      </p:sp>
      <p:pic>
        <p:nvPicPr>
          <p:cNvPr id="4" name="図 4">
            <a:extLst>
              <a:ext uri="{FF2B5EF4-FFF2-40B4-BE49-F238E27FC236}">
                <a16:creationId xmlns:a16="http://schemas.microsoft.com/office/drawing/2014/main" id="{C7213B35-6ACD-0962-011E-FF68B21EB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9687" y="3429000"/>
            <a:ext cx="3312313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335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FD4FF1-E6EC-571E-7C4C-620762C0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  <a:cs typeface="Calibri Light"/>
              </a:rPr>
              <a:t>リサーチ２　身体的な違いからわかったこと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AAFBF41-527C-FA98-F552-2CAE3E0EA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>
                <a:ea typeface="ＭＳ Ｐゴシック"/>
                <a:cs typeface="Calibri" panose="020F0502020204030204"/>
              </a:rPr>
              <a:t>親指が無い想定が一番むきにくかった。</a:t>
            </a:r>
            <a:endParaRPr lang="ja-JP" altLang="en-US">
              <a:ea typeface="ＭＳ Ｐゴシック" panose="020B0600070205080204" pitchFamily="34" charset="-128"/>
              <a:cs typeface="Calibri" panose="020F0502020204030204"/>
            </a:endParaRPr>
          </a:p>
          <a:p>
            <a:pPr marL="0" indent="0">
              <a:buNone/>
            </a:pPr>
            <a:r>
              <a:rPr lang="ja-JP" altLang="en-US">
                <a:ea typeface="ＭＳ Ｐゴシック"/>
                <a:cs typeface="Calibri" panose="020F0502020204030204"/>
              </a:rPr>
              <a:t>なぜか？</a:t>
            </a:r>
            <a:endParaRPr lang="ja-JP" altLang="en-US" dirty="0">
              <a:ea typeface="ＭＳ Ｐゴシック"/>
              <a:cs typeface="Calibri" panose="020F0502020204030204"/>
            </a:endParaRPr>
          </a:p>
          <a:p>
            <a:pPr marL="0" indent="0">
              <a:buNone/>
            </a:pPr>
            <a:r>
              <a:rPr lang="ja-JP" altLang="en-US">
                <a:ea typeface="ＭＳ Ｐゴシック"/>
                <a:cs typeface="Calibri" panose="020F0502020204030204"/>
              </a:rPr>
              <a:t>→親指が他の四本指にはない動きをするから。</a:t>
            </a:r>
          </a:p>
          <a:p>
            <a:pPr marL="0" indent="0">
              <a:buNone/>
            </a:pPr>
            <a:r>
              <a:rPr lang="ja-JP" altLang="en-US">
                <a:ea typeface="ＭＳ Ｐゴシック"/>
                <a:cs typeface="Calibri" panose="020F0502020204030204"/>
              </a:rPr>
              <a:t>親指は四本指と違う方向に曲がる</a:t>
            </a:r>
          </a:p>
          <a:p>
            <a:pPr marL="0" indent="0">
              <a:buNone/>
            </a:pPr>
            <a:endParaRPr lang="ja-JP" altLang="en-US" dirty="0">
              <a:ea typeface="ＭＳ Ｐゴシック"/>
              <a:cs typeface="Calibri" panose="020F0502020204030204"/>
            </a:endParaRPr>
          </a:p>
        </p:txBody>
      </p:sp>
      <p:pic>
        <p:nvPicPr>
          <p:cNvPr id="4" name="図 4" descr="手の指&#10;&#10;説明は自動で生成されたものです">
            <a:extLst>
              <a:ext uri="{FF2B5EF4-FFF2-40B4-BE49-F238E27FC236}">
                <a16:creationId xmlns:a16="http://schemas.microsoft.com/office/drawing/2014/main" id="{CEE38C04-A025-83EB-1655-D79C87211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627" y="3430233"/>
            <a:ext cx="3030747" cy="3016780"/>
          </a:xfrm>
          <a:prstGeom prst="rect">
            <a:avLst/>
          </a:prstGeom>
        </p:spPr>
      </p:pic>
      <p:pic>
        <p:nvPicPr>
          <p:cNvPr id="5" name="図 5" descr="人, 屋内, 持つ, 手 が含まれている画像&#10;&#10;説明は自動で生成されたものです">
            <a:extLst>
              <a:ext uri="{FF2B5EF4-FFF2-40B4-BE49-F238E27FC236}">
                <a16:creationId xmlns:a16="http://schemas.microsoft.com/office/drawing/2014/main" id="{3901FA86-DCB1-6158-483A-8C180727C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5155" y="3430334"/>
            <a:ext cx="2743200" cy="301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421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14BD5F-CF3A-306A-886B-3C135A65D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  <a:cs typeface="Calibri Light"/>
              </a:rPr>
              <a:t>リサーチ３ 片手での作業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1586A5C-423C-1C5A-2FCE-718731E7D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 sz="3200">
                <a:ea typeface="ＭＳ Ｐゴシック"/>
                <a:cs typeface="Calibri" panose="020F0502020204030204"/>
              </a:rPr>
              <a:t>ピーラーA</a:t>
            </a:r>
          </a:p>
        </p:txBody>
      </p:sp>
      <p:pic>
        <p:nvPicPr>
          <p:cNvPr id="4" name="図 4">
            <a:extLst>
              <a:ext uri="{FF2B5EF4-FFF2-40B4-BE49-F238E27FC236}">
                <a16:creationId xmlns:a16="http://schemas.microsoft.com/office/drawing/2014/main" id="{072AFEBA-843F-6C23-40DE-336CEE104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65339" y="2997680"/>
            <a:ext cx="4083168" cy="3076753"/>
          </a:xfrm>
          <a:prstGeom prst="rect">
            <a:avLst/>
          </a:prstGeom>
        </p:spPr>
      </p:pic>
      <p:pic>
        <p:nvPicPr>
          <p:cNvPr id="5" name="図 5" descr="人, 屋内, テーブル, 座る が含まれている画像&#10;&#10;説明は自動で生成されたものです">
            <a:extLst>
              <a:ext uri="{FF2B5EF4-FFF2-40B4-BE49-F238E27FC236}">
                <a16:creationId xmlns:a16="http://schemas.microsoft.com/office/drawing/2014/main" id="{7A7EC184-E5B1-D980-E90A-43E4BEFD4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683" y="222849"/>
            <a:ext cx="3574031" cy="6383547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21B09DF-F9CF-FEBA-6A17-C3581601EF69}"/>
              </a:ext>
            </a:extLst>
          </p:cNvPr>
          <p:cNvSpPr txBox="1"/>
          <p:nvPr/>
        </p:nvSpPr>
        <p:spPr>
          <a:xfrm>
            <a:off x="4089400" y="1828800"/>
            <a:ext cx="4292600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800">
                <a:ea typeface="ＭＳ Ｐゴシック"/>
                <a:cs typeface="Calibri"/>
              </a:rPr>
              <a:t>持ち手が大きいため、片手の時少し持ちづらかった。</a:t>
            </a:r>
          </a:p>
          <a:p>
            <a:r>
              <a:rPr lang="ja-JP" altLang="en-US" sz="2800">
                <a:ea typeface="ＭＳ Ｐゴシック"/>
                <a:cs typeface="Calibri"/>
              </a:rPr>
              <a:t>下の曲線はむきづらいが、</a:t>
            </a:r>
          </a:p>
          <a:p>
            <a:r>
              <a:rPr lang="ja-JP" altLang="en-US" sz="2800">
                <a:ea typeface="ＭＳ Ｐゴシック"/>
                <a:cs typeface="Calibri"/>
              </a:rPr>
              <a:t>上半分はむける。</a:t>
            </a:r>
          </a:p>
          <a:p>
            <a:r>
              <a:rPr lang="ja-JP" altLang="en-US" sz="2800">
                <a:ea typeface="ＭＳ Ｐゴシック"/>
                <a:cs typeface="Calibri"/>
              </a:rPr>
              <a:t>りんごのへたにあるくぼみに親指をいれるとやりやすかった。</a:t>
            </a:r>
          </a:p>
        </p:txBody>
      </p:sp>
    </p:spTree>
    <p:extLst>
      <p:ext uri="{BB962C8B-B14F-4D97-AF65-F5344CB8AC3E}">
        <p14:creationId xmlns:p14="http://schemas.microsoft.com/office/powerpoint/2010/main" val="891537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FFC8939-3C08-7229-6FA6-2529A6B51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3778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 sz="3200" dirty="0">
                <a:ea typeface="ＭＳ Ｐゴシック"/>
                <a:cs typeface="Calibri"/>
              </a:rPr>
              <a:t>ピーラーB</a:t>
            </a:r>
            <a:endParaRPr lang="ja-JP" altLang="en-US" sz="3200">
              <a:ea typeface="ＭＳ Ｐゴシック"/>
              <a:cs typeface="Calibri" panose="020F0502020204030204"/>
            </a:endParaRPr>
          </a:p>
        </p:txBody>
      </p:sp>
      <p:pic>
        <p:nvPicPr>
          <p:cNvPr id="4" name="図 4">
            <a:extLst>
              <a:ext uri="{FF2B5EF4-FFF2-40B4-BE49-F238E27FC236}">
                <a16:creationId xmlns:a16="http://schemas.microsoft.com/office/drawing/2014/main" id="{FABABD30-CFE2-B8D9-89F1-CD2BFBF0A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139939" y="1556349"/>
            <a:ext cx="4111923" cy="3091131"/>
          </a:xfrm>
          <a:prstGeom prst="rect">
            <a:avLst/>
          </a:prstGeom>
        </p:spPr>
      </p:pic>
      <p:pic>
        <p:nvPicPr>
          <p:cNvPr id="5" name="図 5" descr="人, テーブル, 座る, 食品 が含まれている画像&#10;&#10;説明は自動で生成されたものです">
            <a:extLst>
              <a:ext uri="{FF2B5EF4-FFF2-40B4-BE49-F238E27FC236}">
                <a16:creationId xmlns:a16="http://schemas.microsoft.com/office/drawing/2014/main" id="{66D91264-8A4B-C0D6-59B2-FFE3B5623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060" y="-3086"/>
            <a:ext cx="3936520" cy="3387547"/>
          </a:xfrm>
          <a:prstGeom prst="rect">
            <a:avLst/>
          </a:prstGeom>
        </p:spPr>
      </p:pic>
      <p:pic>
        <p:nvPicPr>
          <p:cNvPr id="6" name="図 6">
            <a:extLst>
              <a:ext uri="{FF2B5EF4-FFF2-40B4-BE49-F238E27FC236}">
                <a16:creationId xmlns:a16="http://schemas.microsoft.com/office/drawing/2014/main" id="{054C0F1B-DE58-8CCB-3CA2-166362E28A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653" y="3429000"/>
            <a:ext cx="3351927" cy="345259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EDD2DB9-041F-2693-1FCC-49B627875479}"/>
              </a:ext>
            </a:extLst>
          </p:cNvPr>
          <p:cNvSpPr txBox="1"/>
          <p:nvPr/>
        </p:nvSpPr>
        <p:spPr>
          <a:xfrm>
            <a:off x="3817189" y="1690687"/>
            <a:ext cx="4418330" cy="10464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ja-JP" altLang="en-US" sz="3100">
                <a:ea typeface="ＭＳ Ｐゴシック"/>
              </a:rPr>
              <a:t>この持ち方は、安定せず削りづらかった。→</a:t>
            </a:r>
            <a:endParaRPr lang="ja-JP" altLang="en-US" sz="31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2352027-4197-2327-945E-1F708EA9A32D}"/>
              </a:ext>
            </a:extLst>
          </p:cNvPr>
          <p:cNvSpPr txBox="1"/>
          <p:nvPr/>
        </p:nvSpPr>
        <p:spPr>
          <a:xfrm>
            <a:off x="4066179" y="3527473"/>
            <a:ext cx="4342920" cy="1866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ja-JP" altLang="en-US" sz="2800" dirty="0"/>
              <a:t>親指で刃の近くのカーブを持ち、</a:t>
            </a:r>
            <a:r>
              <a:rPr lang="en-US" altLang="ja-JP" sz="2800" dirty="0"/>
              <a:t>4</a:t>
            </a:r>
            <a:r>
              <a:rPr lang="ja-JP" altLang="en-US" sz="2800" dirty="0"/>
              <a:t>本指をリンゴに押し当てることで刃を動かすと削りやすかった。</a:t>
            </a:r>
          </a:p>
        </p:txBody>
      </p:sp>
    </p:spTree>
    <p:extLst>
      <p:ext uri="{BB962C8B-B14F-4D97-AF65-F5344CB8AC3E}">
        <p14:creationId xmlns:p14="http://schemas.microsoft.com/office/powerpoint/2010/main" val="656521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1EB280-0C89-6F2F-950C-2EC7F8866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635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 sz="3200">
                <a:ea typeface="ＭＳ Ｐゴシック"/>
                <a:cs typeface="Calibri" panose="020F0502020204030204"/>
              </a:rPr>
              <a:t>ピーラーC</a:t>
            </a:r>
          </a:p>
        </p:txBody>
      </p:sp>
      <p:pic>
        <p:nvPicPr>
          <p:cNvPr id="4" name="図 4" descr="テキスト が含まれている画像&#10;&#10;説明は自動で生成されたものです">
            <a:extLst>
              <a:ext uri="{FF2B5EF4-FFF2-40B4-BE49-F238E27FC236}">
                <a16:creationId xmlns:a16="http://schemas.microsoft.com/office/drawing/2014/main" id="{5DAF1AB1-6C71-18DE-2AD1-952C1FCE8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42978" y="1443247"/>
            <a:ext cx="3565583" cy="2674187"/>
          </a:xfrm>
          <a:prstGeom prst="rect">
            <a:avLst/>
          </a:prstGeom>
        </p:spPr>
      </p:pic>
      <p:pic>
        <p:nvPicPr>
          <p:cNvPr id="5" name="図 5">
            <a:extLst>
              <a:ext uri="{FF2B5EF4-FFF2-40B4-BE49-F238E27FC236}">
                <a16:creationId xmlns:a16="http://schemas.microsoft.com/office/drawing/2014/main" id="{E984A5B0-59EB-10A8-25C7-16A925155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079" y="1823168"/>
            <a:ext cx="4439728" cy="4448117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0F9E263-AF0C-9AF6-032D-08A2F43F7B3A}"/>
              </a:ext>
            </a:extLst>
          </p:cNvPr>
          <p:cNvSpPr txBox="1"/>
          <p:nvPr/>
        </p:nvSpPr>
        <p:spPr>
          <a:xfrm>
            <a:off x="3517900" y="2552700"/>
            <a:ext cx="3822700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>
                <a:ea typeface="ＭＳ Ｐゴシック"/>
                <a:cs typeface="Calibri"/>
              </a:rPr>
              <a:t>このタイプのピーラーは、刃をしっかり当てないと切れない。</a:t>
            </a:r>
          </a:p>
          <a:p>
            <a:r>
              <a:rPr lang="ja-JP" altLang="en-US" sz="2800">
                <a:ea typeface="ＭＳ Ｐゴシック"/>
                <a:cs typeface="Calibri"/>
              </a:rPr>
              <a:t>片手ではりんごが</a:t>
            </a:r>
          </a:p>
          <a:p>
            <a:r>
              <a:rPr lang="ja-JP" altLang="en-US" sz="2800">
                <a:ea typeface="ＭＳ Ｐゴシック"/>
                <a:cs typeface="Calibri"/>
              </a:rPr>
              <a:t>転がってしまった。</a:t>
            </a:r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56441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4EDE0F-D96B-A91D-BEC0-829E7136B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3270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 sz="3200">
                <a:ea typeface="ＭＳ Ｐゴシック"/>
                <a:cs typeface="Calibri" panose="020F0502020204030204"/>
              </a:rPr>
              <a:t>ピーラーD</a:t>
            </a:r>
          </a:p>
        </p:txBody>
      </p:sp>
      <p:pic>
        <p:nvPicPr>
          <p:cNvPr id="4" name="図 4">
            <a:extLst>
              <a:ext uri="{FF2B5EF4-FFF2-40B4-BE49-F238E27FC236}">
                <a16:creationId xmlns:a16="http://schemas.microsoft.com/office/drawing/2014/main" id="{75E11AD3-0795-8B4D-0FFA-7808F2E5A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37227" y="1542451"/>
            <a:ext cx="3565583" cy="2674187"/>
          </a:xfrm>
          <a:prstGeom prst="rect">
            <a:avLst/>
          </a:prstGeom>
        </p:spPr>
      </p:pic>
      <p:pic>
        <p:nvPicPr>
          <p:cNvPr id="5" name="図 5" descr="テーブル, 人, テキスト, 座る が含まれている画像&#10;&#10;説明は自動で生成されたものです">
            <a:extLst>
              <a:ext uri="{FF2B5EF4-FFF2-40B4-BE49-F238E27FC236}">
                <a16:creationId xmlns:a16="http://schemas.microsoft.com/office/drawing/2014/main" id="{B9C87B86-C01D-0B52-BC79-DE1625A0B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1796" y="2255337"/>
            <a:ext cx="3922143" cy="3238722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18AF686-508C-30E1-AF50-AD806B0DAAA8}"/>
              </a:ext>
            </a:extLst>
          </p:cNvPr>
          <p:cNvSpPr txBox="1"/>
          <p:nvPr/>
        </p:nvSpPr>
        <p:spPr>
          <a:xfrm>
            <a:off x="3429000" y="2082800"/>
            <a:ext cx="4597400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>
                <a:ea typeface="ＭＳ Ｐゴシック"/>
                <a:cs typeface="Calibri"/>
              </a:rPr>
              <a:t>刃がギザギザしているため、りんごに刃を入れづらかった。</a:t>
            </a:r>
          </a:p>
          <a:p>
            <a:r>
              <a:rPr lang="ja-JP" altLang="en-US" sz="2800">
                <a:ea typeface="ＭＳ Ｐゴシック"/>
                <a:cs typeface="Calibri"/>
              </a:rPr>
              <a:t>また、持ち手が使っている</a:t>
            </a:r>
          </a:p>
          <a:p>
            <a:r>
              <a:rPr lang="ja-JP" altLang="en-US" sz="2800">
                <a:ea typeface="ＭＳ Ｐゴシック"/>
                <a:cs typeface="Calibri"/>
              </a:rPr>
              <a:t>ものの中でも、長く、幅が</a:t>
            </a:r>
            <a:endParaRPr lang="ja-JP">
              <a:ea typeface="ＭＳ Ｐゴシック" panose="020B0600070205080204" pitchFamily="34" charset="-128"/>
              <a:cs typeface="Calibri"/>
            </a:endParaRPr>
          </a:p>
          <a:p>
            <a:r>
              <a:rPr lang="ja-JP" altLang="en-US" sz="2800">
                <a:ea typeface="ＭＳ Ｐゴシック"/>
                <a:cs typeface="Calibri"/>
              </a:rPr>
              <a:t>広かったため、片手では</a:t>
            </a:r>
            <a:endParaRPr lang="ja-JP">
              <a:ea typeface="ＭＳ Ｐゴシック"/>
              <a:cs typeface="Calibri"/>
            </a:endParaRPr>
          </a:p>
          <a:p>
            <a:pPr algn="l"/>
            <a:r>
              <a:rPr lang="ja-JP" altLang="en-US" sz="2800">
                <a:ea typeface="ＭＳ Ｐゴシック"/>
                <a:cs typeface="Calibri"/>
              </a:rPr>
              <a:t>使いづらかった。</a:t>
            </a:r>
            <a:endParaRPr lang="ja-JP">
              <a:ea typeface="ＭＳ Ｐ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4505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D407655-F2F9-1814-6749-67324EA84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3143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 sz="3200">
                <a:ea typeface="ＭＳ Ｐゴシック"/>
                <a:cs typeface="Calibri" panose="020F0502020204030204"/>
              </a:rPr>
              <a:t>すりおろし器</a:t>
            </a:r>
          </a:p>
        </p:txBody>
      </p:sp>
      <p:pic>
        <p:nvPicPr>
          <p:cNvPr id="4" name="図 4" descr="屋内, テキスト, テーブル, 食品 が含まれている画像&#10;&#10;説明は自動で生成されたものです">
            <a:extLst>
              <a:ext uri="{FF2B5EF4-FFF2-40B4-BE49-F238E27FC236}">
                <a16:creationId xmlns:a16="http://schemas.microsoft.com/office/drawing/2014/main" id="{D5C8035F-5E0C-BC1C-8AB6-1F82B412C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59357" y="1730911"/>
            <a:ext cx="3982527" cy="2990489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7D53494-97AC-694A-3F6A-B8F9F51F8B05}"/>
              </a:ext>
            </a:extLst>
          </p:cNvPr>
          <p:cNvSpPr txBox="1"/>
          <p:nvPr/>
        </p:nvSpPr>
        <p:spPr>
          <a:xfrm>
            <a:off x="4178300" y="2057400"/>
            <a:ext cx="6667500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>
                <a:ea typeface="ＭＳ Ｐゴシック"/>
                <a:cs typeface="Calibri"/>
              </a:rPr>
              <a:t>切りたい対象を刃に当て</a:t>
            </a:r>
          </a:p>
          <a:p>
            <a:r>
              <a:rPr lang="ja-JP" altLang="en-US" sz="2800">
                <a:ea typeface="ＭＳ Ｐゴシック"/>
                <a:cs typeface="Calibri"/>
              </a:rPr>
              <a:t>上下に動かすことで切れるので、片手ではほとんどりんごをむけなかった。</a:t>
            </a:r>
          </a:p>
          <a:p>
            <a:pPr algn="l"/>
            <a:r>
              <a:rPr lang="ja-JP" altLang="en-US" sz="2800">
                <a:ea typeface="ＭＳ Ｐゴシック"/>
                <a:cs typeface="Calibri"/>
              </a:rPr>
              <a:t>片手では、りんごをおしつけて固定する方法がない。</a:t>
            </a:r>
          </a:p>
        </p:txBody>
      </p:sp>
    </p:spTree>
    <p:extLst>
      <p:ext uri="{BB962C8B-B14F-4D97-AF65-F5344CB8AC3E}">
        <p14:creationId xmlns:p14="http://schemas.microsoft.com/office/powerpoint/2010/main" val="3761216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23005D-2169-C818-27D5-8601BBD8D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300" y="3651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 sz="3200">
                <a:ea typeface="ＭＳ Ｐゴシック"/>
                <a:cs typeface="Calibri" panose="020F0502020204030204"/>
              </a:rPr>
              <a:t>包丁</a:t>
            </a:r>
          </a:p>
        </p:txBody>
      </p:sp>
      <p:pic>
        <p:nvPicPr>
          <p:cNvPr id="4" name="図 4" descr="男, ギター が含まれている画像&#10;&#10;説明は自動で生成されたものです">
            <a:extLst>
              <a:ext uri="{FF2B5EF4-FFF2-40B4-BE49-F238E27FC236}">
                <a16:creationId xmlns:a16="http://schemas.microsoft.com/office/drawing/2014/main" id="{AD9AE6F4-CAF2-A44F-6E99-84BD2BCEF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98964" y="1540294"/>
            <a:ext cx="4140678" cy="3119886"/>
          </a:xfrm>
          <a:prstGeom prst="rect">
            <a:avLst/>
          </a:prstGeom>
        </p:spPr>
      </p:pic>
      <p:pic>
        <p:nvPicPr>
          <p:cNvPr id="5" name="図 5" descr="テーブル, 人, 屋内, 新聞 が含まれている画像&#10;&#10;説明は自動で生成されたものです">
            <a:extLst>
              <a:ext uri="{FF2B5EF4-FFF2-40B4-BE49-F238E27FC236}">
                <a16:creationId xmlns:a16="http://schemas.microsoft.com/office/drawing/2014/main" id="{87231C13-FAC3-344A-D05C-6BBFFC752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0267" y="-93452"/>
            <a:ext cx="3933465" cy="704490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FC77035-F8F5-8D1F-9617-04D25AC5A4FB}"/>
              </a:ext>
            </a:extLst>
          </p:cNvPr>
          <p:cNvSpPr txBox="1"/>
          <p:nvPr/>
        </p:nvSpPr>
        <p:spPr>
          <a:xfrm>
            <a:off x="4318000" y="1828800"/>
            <a:ext cx="355600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>
                <a:ea typeface="ＭＳ Ｐゴシック"/>
                <a:cs typeface="Calibri"/>
              </a:rPr>
              <a:t>両手の時は一番</a:t>
            </a:r>
            <a:endParaRPr lang="ja-JP"/>
          </a:p>
          <a:p>
            <a:r>
              <a:rPr lang="ja-JP" altLang="en-US" sz="2800">
                <a:ea typeface="ＭＳ Ｐゴシック"/>
                <a:cs typeface="Calibri"/>
              </a:rPr>
              <a:t>使いやすかったが、</a:t>
            </a:r>
            <a:endParaRPr lang="ja-JP">
              <a:ea typeface="ＭＳ Ｐゴシック" panose="020B0600070205080204" pitchFamily="34" charset="-128"/>
              <a:cs typeface="Calibri"/>
            </a:endParaRPr>
          </a:p>
          <a:p>
            <a:r>
              <a:rPr lang="ja-JP" altLang="en-US" sz="2800">
                <a:ea typeface="ＭＳ Ｐゴシック"/>
                <a:cs typeface="Calibri"/>
              </a:rPr>
              <a:t>片手となると、刃が</a:t>
            </a:r>
            <a:endParaRPr lang="ja-JP">
              <a:ea typeface="ＭＳ Ｐゴシック"/>
              <a:cs typeface="Calibri"/>
            </a:endParaRPr>
          </a:p>
          <a:p>
            <a:r>
              <a:rPr lang="ja-JP" altLang="en-US" sz="2800">
                <a:ea typeface="ＭＳ Ｐゴシック"/>
                <a:cs typeface="Calibri"/>
              </a:rPr>
              <a:t>りんごに深く切り込みを入れてしまい、</a:t>
            </a:r>
            <a:endParaRPr lang="ja-JP">
              <a:ea typeface="ＭＳ Ｐゴシック"/>
              <a:cs typeface="Calibri"/>
            </a:endParaRPr>
          </a:p>
          <a:p>
            <a:r>
              <a:rPr lang="ja-JP" altLang="en-US" sz="2800">
                <a:ea typeface="ＭＳ Ｐゴシック"/>
                <a:cs typeface="Calibri"/>
              </a:rPr>
              <a:t>切りづらかった。</a:t>
            </a:r>
            <a:endParaRPr lang="ja-JP">
              <a:ea typeface="ＭＳ Ｐゴシック"/>
              <a:cs typeface="Calibri"/>
            </a:endParaRPr>
          </a:p>
          <a:p>
            <a:r>
              <a:rPr lang="ja-JP" altLang="en-US" sz="2800">
                <a:ea typeface="ＭＳ Ｐゴシック"/>
                <a:cs typeface="Calibri"/>
              </a:rPr>
              <a:t>刃がむきだしの構造</a:t>
            </a:r>
            <a:endParaRPr lang="ja-JP">
              <a:ea typeface="ＭＳ Ｐゴシック"/>
              <a:cs typeface="Calibri"/>
            </a:endParaRPr>
          </a:p>
          <a:p>
            <a:r>
              <a:rPr lang="ja-JP" altLang="en-US" sz="2800">
                <a:ea typeface="ＭＳ Ｐゴシック"/>
                <a:cs typeface="Calibri"/>
              </a:rPr>
              <a:t>であるため、</a:t>
            </a:r>
            <a:endParaRPr lang="ja-JP">
              <a:ea typeface="ＭＳ Ｐゴシック"/>
              <a:cs typeface="Calibri"/>
            </a:endParaRPr>
          </a:p>
          <a:p>
            <a:pPr algn="l"/>
            <a:r>
              <a:rPr lang="ja-JP" altLang="en-US" sz="2800">
                <a:ea typeface="ＭＳ Ｐゴシック"/>
                <a:cs typeface="Calibri"/>
              </a:rPr>
              <a:t>怪我をしそう。</a:t>
            </a:r>
            <a:endParaRPr lang="ja-JP">
              <a:ea typeface="ＭＳ Ｐ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0438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111B653-38FD-D237-9EEF-076BE6E4A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8604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 sz="3200">
                <a:ea typeface="ＭＳ Ｐゴシック"/>
                <a:cs typeface="Calibri" panose="020F0502020204030204"/>
              </a:rPr>
              <a:t>横向きタイプ</a:t>
            </a:r>
          </a:p>
        </p:txBody>
      </p:sp>
      <p:pic>
        <p:nvPicPr>
          <p:cNvPr id="4" name="図 4" descr="人, 屋内, 男, 座る が含まれている画像&#10;&#10;説明は自動で生成されたものです">
            <a:extLst>
              <a:ext uri="{FF2B5EF4-FFF2-40B4-BE49-F238E27FC236}">
                <a16:creationId xmlns:a16="http://schemas.microsoft.com/office/drawing/2014/main" id="{262EAA38-B844-02F0-C4B8-41764822B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110" y="1429044"/>
            <a:ext cx="4774241" cy="3525459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3AD1E3A-3E4B-FE1F-0C2B-6BF04E169146}"/>
              </a:ext>
            </a:extLst>
          </p:cNvPr>
          <p:cNvSpPr txBox="1"/>
          <p:nvPr/>
        </p:nvSpPr>
        <p:spPr>
          <a:xfrm>
            <a:off x="5727700" y="1333500"/>
            <a:ext cx="5664200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800">
                <a:ea typeface="ＭＳ Ｐゴシック"/>
                <a:cs typeface="Calibri"/>
              </a:rPr>
              <a:t>使ってきた道具の中で一番りんごをむきやすかった。</a:t>
            </a:r>
          </a:p>
          <a:p>
            <a:r>
              <a:rPr lang="ja-JP" altLang="en-US" sz="2800">
                <a:ea typeface="ＭＳ Ｐゴシック"/>
                <a:cs typeface="Calibri"/>
              </a:rPr>
              <a:t>横にしてむくから持ち手が邪魔に</a:t>
            </a:r>
          </a:p>
          <a:p>
            <a:r>
              <a:rPr lang="ja-JP" altLang="en-US" sz="2800">
                <a:ea typeface="ＭＳ Ｐゴシック"/>
                <a:cs typeface="Calibri"/>
              </a:rPr>
              <a:t>ならないし、力の入れ方として</a:t>
            </a:r>
            <a:endParaRPr lang="ja-JP">
              <a:ea typeface="ＭＳ Ｐゴシック" panose="020B0600070205080204" pitchFamily="34" charset="-128"/>
              <a:cs typeface="Calibri"/>
            </a:endParaRPr>
          </a:p>
          <a:p>
            <a:r>
              <a:rPr lang="ja-JP" altLang="en-US" sz="2800">
                <a:ea typeface="ＭＳ Ｐゴシック"/>
                <a:cs typeface="Calibri"/>
              </a:rPr>
              <a:t>安定する。</a:t>
            </a:r>
            <a:endParaRPr lang="ja-JP">
              <a:ea typeface="ＭＳ Ｐ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103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9144CE-A848-4CA7-0F14-BE4D1CE0E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  <a:cs typeface="Calibri Light"/>
              </a:rPr>
              <a:t>考察１　ユーザーの違い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153352-DF40-A4F7-51B7-9DE166173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 sz="3200">
                <a:ea typeface="ＭＳ Ｐゴシック"/>
                <a:cs typeface="Calibri"/>
              </a:rPr>
              <a:t>力の強弱</a:t>
            </a:r>
            <a:endParaRPr lang="ja-JP" altLang="en-US" sz="3200">
              <a:ea typeface="ＭＳ Ｐゴシック" panose="020B0600070205080204" pitchFamily="34" charset="-128"/>
              <a:cs typeface="Calibri"/>
            </a:endParaRPr>
          </a:p>
          <a:p>
            <a:pPr marL="0" indent="0">
              <a:buNone/>
            </a:pPr>
            <a:r>
              <a:rPr lang="ja-JP" altLang="en-US">
                <a:ea typeface="ＭＳ Ｐゴシック"/>
                <a:cs typeface="Calibri" panose="020F0502020204030204"/>
              </a:rPr>
              <a:t>片手で試したものの中には手が麻痺していて、力が入りづらい人には難しそうな切り方などもあった。</a:t>
            </a:r>
          </a:p>
          <a:p>
            <a:pPr marL="0" indent="0">
              <a:buNone/>
            </a:pPr>
            <a:r>
              <a:rPr lang="ja-JP" altLang="en-US" sz="3200">
                <a:ea typeface="ＭＳ Ｐゴシック"/>
                <a:cs typeface="Calibri" panose="020F0502020204030204"/>
              </a:rPr>
              <a:t>慣れている道具の形</a:t>
            </a:r>
          </a:p>
          <a:p>
            <a:pPr marL="0" indent="0">
              <a:buNone/>
            </a:pPr>
            <a:r>
              <a:rPr lang="ja-JP" altLang="en-US">
                <a:ea typeface="ＭＳ Ｐゴシック"/>
                <a:cs typeface="Calibri" panose="020F0502020204030204"/>
              </a:rPr>
              <a:t>普段使い慣れている形（包丁、ピーラー、はさみ、カッター）に近い形のほうが使い方を想像しやすい。</a:t>
            </a:r>
            <a:endParaRPr lang="ja-JP" altLang="en-US" dirty="0">
              <a:ea typeface="ＭＳ Ｐゴシック"/>
              <a:cs typeface="Calibri" panose="020F0502020204030204"/>
            </a:endParaRPr>
          </a:p>
          <a:p>
            <a:pPr marL="0" indent="0">
              <a:buNone/>
            </a:pPr>
            <a:r>
              <a:rPr lang="ja-JP" altLang="en-US" sz="3200">
                <a:ea typeface="ＭＳ Ｐゴシック"/>
                <a:cs typeface="Calibri" panose="020F0502020204030204"/>
              </a:rPr>
              <a:t>手の大小</a:t>
            </a:r>
          </a:p>
          <a:p>
            <a:pPr marL="0" indent="0">
              <a:buNone/>
            </a:pPr>
            <a:r>
              <a:rPr lang="ja-JP" altLang="en-US">
                <a:ea typeface="ＭＳ Ｐゴシック"/>
                <a:cs typeface="Calibri" panose="020F0502020204030204"/>
              </a:rPr>
              <a:t>りんごを覆える手の大きさのほうが安定する。</a:t>
            </a:r>
          </a:p>
        </p:txBody>
      </p:sp>
    </p:spTree>
    <p:extLst>
      <p:ext uri="{BB962C8B-B14F-4D97-AF65-F5344CB8AC3E}">
        <p14:creationId xmlns:p14="http://schemas.microsoft.com/office/powerpoint/2010/main" val="1351638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EED0B1-8E9C-68A1-ECC4-FF45DA40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  <a:cs typeface="Calibri Light"/>
              </a:rPr>
              <a:t>考察２　手の動きや働きについて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3BAD46-CF66-C7C3-6F03-F9AC67BA4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>
                <a:ea typeface="ＭＳ Ｐゴシック"/>
                <a:cs typeface="Calibri" panose="020F0502020204030204"/>
              </a:rPr>
              <a:t>親指が手の動きの中で重要な役割をしていることがわかった。</a:t>
            </a:r>
          </a:p>
          <a:p>
            <a:pPr marL="0" indent="0">
              <a:buNone/>
            </a:pPr>
            <a:r>
              <a:rPr lang="ja-JP" altLang="en-US">
                <a:ea typeface="ＭＳ Ｐゴシック"/>
                <a:cs typeface="Calibri" panose="020F0502020204030204"/>
              </a:rPr>
              <a:t>→一本だけ違う方向を向いているから、なにかに引っかけたり、物を固定するとき四本指の反対側から力をかけられる。</a:t>
            </a:r>
          </a:p>
          <a:p>
            <a:pPr marL="0" indent="0">
              <a:buNone/>
            </a:pPr>
            <a:r>
              <a:rPr lang="ja-JP" altLang="en-US">
                <a:ea typeface="ＭＳ Ｐゴシック"/>
                <a:cs typeface="Calibri" panose="020F0502020204030204"/>
              </a:rPr>
              <a:t>ものを引き寄せる動き（手をパーからグーに戻す動き）が片手でむくとき、やりやすかった。</a:t>
            </a:r>
            <a:endParaRPr lang="ja-JP" altLang="en-US" dirty="0">
              <a:ea typeface="ＭＳ Ｐゴシック"/>
              <a:cs typeface="Calibri" panose="020F0502020204030204"/>
            </a:endParaRPr>
          </a:p>
          <a:p>
            <a:pPr marL="0" indent="0">
              <a:buNone/>
            </a:pPr>
            <a:r>
              <a:rPr lang="ja-JP" altLang="en-US">
                <a:ea typeface="ＭＳ Ｐゴシック"/>
                <a:cs typeface="Calibri" panose="020F0502020204030204"/>
              </a:rPr>
              <a:t>→刃を当てて動かさなくてはいけないので、指は自然とものを引き寄せる動きに似るのかもしれない。</a:t>
            </a:r>
          </a:p>
          <a:p>
            <a:pPr marL="0" indent="0">
              <a:buNone/>
            </a:pPr>
            <a:endParaRPr lang="ja-JP" altLang="en-US" dirty="0">
              <a:ea typeface="ＭＳ Ｐゴシック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45760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17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18" baseType="lpstr">
      <vt:lpstr>Office テーマ</vt:lpstr>
      <vt:lpstr>基礎実習　Ⅱ Universal Design</vt:lpstr>
      <vt:lpstr>リサーチ１　通常の使い方</vt:lpstr>
      <vt:lpstr>リサーチ１ 通常の使い方からわかったこと</vt:lpstr>
      <vt:lpstr>PowerPoint プレゼンテーション</vt:lpstr>
      <vt:lpstr>リサーチ２ 身体的な違いを想定して…</vt:lpstr>
      <vt:lpstr>PowerPoint プレゼンテーション</vt:lpstr>
      <vt:lpstr>PowerPoint プレゼンテーション</vt:lpstr>
      <vt:lpstr>リサーチ２　身体的な違いからわかったこと</vt:lpstr>
      <vt:lpstr>リサーチ３ 片手での作業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考察１　ユーザーの違い</vt:lpstr>
      <vt:lpstr>考察２　手の動きや働きについて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/>
  <cp:lastModifiedBy>相澤　千裕</cp:lastModifiedBy>
  <cp:revision>494</cp:revision>
  <dcterms:created xsi:type="dcterms:W3CDTF">2022-05-02T13:32:35Z</dcterms:created>
  <dcterms:modified xsi:type="dcterms:W3CDTF">2022-05-05T03:03:21Z</dcterms:modified>
</cp:coreProperties>
</file>